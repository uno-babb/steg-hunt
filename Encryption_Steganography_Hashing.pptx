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sldIdLst>
    <p:sldId id="256" r:id="rId2"/>
    <p:sldId id="303" r:id="rId3"/>
    <p:sldId id="346" r:id="rId4"/>
    <p:sldId id="348" r:id="rId5"/>
    <p:sldId id="381" r:id="rId6"/>
    <p:sldId id="351" r:id="rId7"/>
    <p:sldId id="352" r:id="rId8"/>
    <p:sldId id="353" r:id="rId9"/>
    <p:sldId id="354" r:id="rId10"/>
    <p:sldId id="374" r:id="rId11"/>
    <p:sldId id="355" r:id="rId12"/>
    <p:sldId id="378" r:id="rId13"/>
    <p:sldId id="383" r:id="rId14"/>
    <p:sldId id="384" r:id="rId15"/>
    <p:sldId id="386" r:id="rId16"/>
    <p:sldId id="387" r:id="rId17"/>
    <p:sldId id="388" r:id="rId18"/>
    <p:sldId id="390" r:id="rId19"/>
    <p:sldId id="39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192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93D490-DF19-2347-A958-05D7E9663BD7}" v="27" dt="2025-03-24T16:41:31.9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12" autoAdjust="0"/>
    <p:restoredTop sz="94660"/>
  </p:normalViewPr>
  <p:slideViewPr>
    <p:cSldViewPr snapToGrid="0">
      <p:cViewPr varScale="1">
        <p:scale>
          <a:sx n="127" d="100"/>
          <a:sy n="127" d="100"/>
        </p:scale>
        <p:origin x="7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ek Babb" userId="5caa49d1-7d0d-4b82-b270-42850c11131f" providerId="ADAL" clId="{1293D490-DF19-2347-A958-05D7E9663BD7}"/>
    <pc:docChg chg="undo custSel addSld modSld sldOrd">
      <pc:chgData name="Derek Babb" userId="5caa49d1-7d0d-4b82-b270-42850c11131f" providerId="ADAL" clId="{1293D490-DF19-2347-A958-05D7E9663BD7}" dt="2025-03-24T16:42:27.862" v="390" actId="20577"/>
      <pc:docMkLst>
        <pc:docMk/>
      </pc:docMkLst>
      <pc:sldChg chg="modSp mod">
        <pc:chgData name="Derek Babb" userId="5caa49d1-7d0d-4b82-b270-42850c11131f" providerId="ADAL" clId="{1293D490-DF19-2347-A958-05D7E9663BD7}" dt="2025-03-24T16:42:27.862" v="390" actId="20577"/>
        <pc:sldMkLst>
          <pc:docMk/>
          <pc:sldMk cId="2855543585" sldId="265"/>
        </pc:sldMkLst>
        <pc:spChg chg="mod">
          <ac:chgData name="Derek Babb" userId="5caa49d1-7d0d-4b82-b270-42850c11131f" providerId="ADAL" clId="{1293D490-DF19-2347-A958-05D7E9663BD7}" dt="2025-03-24T16:42:27.862" v="390" actId="20577"/>
          <ac:spMkLst>
            <pc:docMk/>
            <pc:sldMk cId="2855543585" sldId="265"/>
            <ac:spMk id="3" creationId="{00000000-0000-0000-0000-000000000000}"/>
          </ac:spMkLst>
        </pc:spChg>
      </pc:sldChg>
      <pc:sldChg chg="addSp modSp">
        <pc:chgData name="Derek Babb" userId="5caa49d1-7d0d-4b82-b270-42850c11131f" providerId="ADAL" clId="{1293D490-DF19-2347-A958-05D7E9663BD7}" dt="2025-03-24T16:03:45.589" v="22" actId="1076"/>
        <pc:sldMkLst>
          <pc:docMk/>
          <pc:sldMk cId="0" sldId="358"/>
        </pc:sldMkLst>
        <pc:picChg chg="add mod">
          <ac:chgData name="Derek Babb" userId="5caa49d1-7d0d-4b82-b270-42850c11131f" providerId="ADAL" clId="{1293D490-DF19-2347-A958-05D7E9663BD7}" dt="2025-03-24T16:03:45.589" v="22" actId="1076"/>
          <ac:picMkLst>
            <pc:docMk/>
            <pc:sldMk cId="0" sldId="358"/>
            <ac:picMk id="1026" creationId="{C700D454-EF9A-CC2B-A79F-88A58208C98F}"/>
          </ac:picMkLst>
        </pc:picChg>
      </pc:sldChg>
      <pc:sldChg chg="addSp modSp mod modClrScheme chgLayout">
        <pc:chgData name="Derek Babb" userId="5caa49d1-7d0d-4b82-b270-42850c11131f" providerId="ADAL" clId="{1293D490-DF19-2347-A958-05D7E9663BD7}" dt="2025-03-24T16:04:58.077" v="37" actId="1076"/>
        <pc:sldMkLst>
          <pc:docMk/>
          <pc:sldMk cId="0" sldId="359"/>
        </pc:sldMkLst>
        <pc:spChg chg="mod ord">
          <ac:chgData name="Derek Babb" userId="5caa49d1-7d0d-4b82-b270-42850c11131f" providerId="ADAL" clId="{1293D490-DF19-2347-A958-05D7E9663BD7}" dt="2025-03-24T16:04:43.003" v="30" actId="26606"/>
          <ac:spMkLst>
            <pc:docMk/>
            <pc:sldMk cId="0" sldId="359"/>
            <ac:spMk id="36867" creationId="{7B72748E-36E3-4ABD-8DCD-036557AF81B4}"/>
          </ac:spMkLst>
        </pc:spChg>
        <pc:spChg chg="mod">
          <ac:chgData name="Derek Babb" userId="5caa49d1-7d0d-4b82-b270-42850c11131f" providerId="ADAL" clId="{1293D490-DF19-2347-A958-05D7E9663BD7}" dt="2025-03-24T16:04:43.003" v="30" actId="26606"/>
          <ac:spMkLst>
            <pc:docMk/>
            <pc:sldMk cId="0" sldId="359"/>
            <ac:spMk id="36868" creationId="{FE37604F-7EB2-4A05-8FAF-A66FCC42A43A}"/>
          </ac:spMkLst>
        </pc:spChg>
        <pc:spChg chg="mod">
          <ac:chgData name="Derek Babb" userId="5caa49d1-7d0d-4b82-b270-42850c11131f" providerId="ADAL" clId="{1293D490-DF19-2347-A958-05D7E9663BD7}" dt="2025-03-24T16:04:52.743" v="34" actId="1076"/>
          <ac:spMkLst>
            <pc:docMk/>
            <pc:sldMk cId="0" sldId="359"/>
            <ac:spMk id="36869" creationId="{6F8B0F9A-2EC3-4CC1-AAB3-5165A0187A4E}"/>
          </ac:spMkLst>
        </pc:spChg>
        <pc:picChg chg="add mod">
          <ac:chgData name="Derek Babb" userId="5caa49d1-7d0d-4b82-b270-42850c11131f" providerId="ADAL" clId="{1293D490-DF19-2347-A958-05D7E9663BD7}" dt="2025-03-24T16:04:58.077" v="37" actId="1076"/>
          <ac:picMkLst>
            <pc:docMk/>
            <pc:sldMk cId="0" sldId="359"/>
            <ac:picMk id="2050" creationId="{90CC75F6-CDE5-AE2A-F991-F0ECA6868EF2}"/>
          </ac:picMkLst>
        </pc:picChg>
      </pc:sldChg>
      <pc:sldChg chg="addSp delSp modSp mod ord">
        <pc:chgData name="Derek Babb" userId="5caa49d1-7d0d-4b82-b270-42850c11131f" providerId="ADAL" clId="{1293D490-DF19-2347-A958-05D7E9663BD7}" dt="2025-03-24T16:25:09.410" v="105" actId="20577"/>
        <pc:sldMkLst>
          <pc:docMk/>
          <pc:sldMk cId="0" sldId="365"/>
        </pc:sldMkLst>
        <pc:graphicFrameChg chg="add mod modGraphic">
          <ac:chgData name="Derek Babb" userId="5caa49d1-7d0d-4b82-b270-42850c11131f" providerId="ADAL" clId="{1293D490-DF19-2347-A958-05D7E9663BD7}" dt="2025-03-24T16:25:09.410" v="105" actId="20577"/>
          <ac:graphicFrameMkLst>
            <pc:docMk/>
            <pc:sldMk cId="0" sldId="365"/>
            <ac:graphicFrameMk id="2" creationId="{057EAF03-C160-5E35-E905-008021F99081}"/>
          </ac:graphicFrameMkLst>
        </pc:graphicFrameChg>
        <pc:picChg chg="add del mod">
          <ac:chgData name="Derek Babb" userId="5caa49d1-7d0d-4b82-b270-42850c11131f" providerId="ADAL" clId="{1293D490-DF19-2347-A958-05D7E9663BD7}" dt="2025-03-24T16:08:22.563" v="50" actId="478"/>
          <ac:picMkLst>
            <pc:docMk/>
            <pc:sldMk cId="0" sldId="365"/>
            <ac:picMk id="4098" creationId="{BBE632C5-EB76-AB79-EFDA-E950E2DC09DA}"/>
          </ac:picMkLst>
        </pc:picChg>
      </pc:sldChg>
      <pc:sldChg chg="addSp modSp mod modClrScheme chgLayout">
        <pc:chgData name="Derek Babb" userId="5caa49d1-7d0d-4b82-b270-42850c11131f" providerId="ADAL" clId="{1293D490-DF19-2347-A958-05D7E9663BD7}" dt="2025-03-24T16:06:05.703" v="43" actId="14100"/>
        <pc:sldMkLst>
          <pc:docMk/>
          <pc:sldMk cId="0" sldId="375"/>
        </pc:sldMkLst>
        <pc:spChg chg="mod ord">
          <ac:chgData name="Derek Babb" userId="5caa49d1-7d0d-4b82-b270-42850c11131f" providerId="ADAL" clId="{1293D490-DF19-2347-A958-05D7E9663BD7}" dt="2025-03-24T16:06:01.601" v="42" actId="26606"/>
          <ac:spMkLst>
            <pc:docMk/>
            <pc:sldMk cId="0" sldId="375"/>
            <ac:spMk id="38915" creationId="{01F8B359-5FE3-4A65-92E2-121C126E23BD}"/>
          </ac:spMkLst>
        </pc:spChg>
        <pc:spChg chg="mod">
          <ac:chgData name="Derek Babb" userId="5caa49d1-7d0d-4b82-b270-42850c11131f" providerId="ADAL" clId="{1293D490-DF19-2347-A958-05D7E9663BD7}" dt="2025-03-24T16:06:01.601" v="42" actId="26606"/>
          <ac:spMkLst>
            <pc:docMk/>
            <pc:sldMk cId="0" sldId="375"/>
            <ac:spMk id="38916" creationId="{15F30F5F-90FB-4FA8-AE8E-52D70FC17497}"/>
          </ac:spMkLst>
        </pc:spChg>
        <pc:spChg chg="mod">
          <ac:chgData name="Derek Babb" userId="5caa49d1-7d0d-4b82-b270-42850c11131f" providerId="ADAL" clId="{1293D490-DF19-2347-A958-05D7E9663BD7}" dt="2025-03-24T16:06:05.703" v="43" actId="14100"/>
          <ac:spMkLst>
            <pc:docMk/>
            <pc:sldMk cId="0" sldId="375"/>
            <ac:spMk id="38917" creationId="{88F9EEB1-E5FF-443B-8010-DB798FD649CC}"/>
          </ac:spMkLst>
        </pc:spChg>
        <pc:picChg chg="add mod">
          <ac:chgData name="Derek Babb" userId="5caa49d1-7d0d-4b82-b270-42850c11131f" providerId="ADAL" clId="{1293D490-DF19-2347-A958-05D7E9663BD7}" dt="2025-03-24T16:06:01.601" v="42" actId="26606"/>
          <ac:picMkLst>
            <pc:docMk/>
            <pc:sldMk cId="0" sldId="375"/>
            <ac:picMk id="3074" creationId="{E871AF93-072E-36C7-B14F-126F93A48424}"/>
          </ac:picMkLst>
        </pc:picChg>
      </pc:sldChg>
      <pc:sldChg chg="addSp delSp modSp mod">
        <pc:chgData name="Derek Babb" userId="5caa49d1-7d0d-4b82-b270-42850c11131f" providerId="ADAL" clId="{1293D490-DF19-2347-A958-05D7E9663BD7}" dt="2025-03-24T16:26:14.503" v="116" actId="20577"/>
        <pc:sldMkLst>
          <pc:docMk/>
          <pc:sldMk cId="0" sldId="376"/>
        </pc:sldMkLst>
        <pc:spChg chg="add del">
          <ac:chgData name="Derek Babb" userId="5caa49d1-7d0d-4b82-b270-42850c11131f" providerId="ADAL" clId="{1293D490-DF19-2347-A958-05D7E9663BD7}" dt="2025-03-24T16:11:23.843" v="82" actId="22"/>
          <ac:spMkLst>
            <pc:docMk/>
            <pc:sldMk cId="0" sldId="376"/>
            <ac:spMk id="3" creationId="{5EE46A2B-473B-5AB7-BA1A-FC3BCEE40576}"/>
          </ac:spMkLst>
        </pc:spChg>
        <pc:graphicFrameChg chg="add mod modGraphic">
          <ac:chgData name="Derek Babb" userId="5caa49d1-7d0d-4b82-b270-42850c11131f" providerId="ADAL" clId="{1293D490-DF19-2347-A958-05D7E9663BD7}" dt="2025-03-24T16:26:14.503" v="116" actId="20577"/>
          <ac:graphicFrameMkLst>
            <pc:docMk/>
            <pc:sldMk cId="0" sldId="376"/>
            <ac:graphicFrameMk id="4" creationId="{BBF2C673-4776-33A2-8631-1F9C52EF1F54}"/>
          </ac:graphicFrameMkLst>
        </pc:graphicFrameChg>
      </pc:sldChg>
      <pc:sldChg chg="modSp mod">
        <pc:chgData name="Derek Babb" userId="5caa49d1-7d0d-4b82-b270-42850c11131f" providerId="ADAL" clId="{1293D490-DF19-2347-A958-05D7E9663BD7}" dt="2025-03-24T16:35:52.638" v="149" actId="20577"/>
        <pc:sldMkLst>
          <pc:docMk/>
          <pc:sldMk cId="0" sldId="377"/>
        </pc:sldMkLst>
        <pc:spChg chg="mod">
          <ac:chgData name="Derek Babb" userId="5caa49d1-7d0d-4b82-b270-42850c11131f" providerId="ADAL" clId="{1293D490-DF19-2347-A958-05D7E9663BD7}" dt="2025-03-24T16:35:52.638" v="149" actId="20577"/>
          <ac:spMkLst>
            <pc:docMk/>
            <pc:sldMk cId="0" sldId="377"/>
            <ac:spMk id="61443" creationId="{794E5D3A-950A-4FE1-AE73-5E02D77B3121}"/>
          </ac:spMkLst>
        </pc:spChg>
      </pc:sldChg>
      <pc:sldChg chg="modSp mod">
        <pc:chgData name="Derek Babb" userId="5caa49d1-7d0d-4b82-b270-42850c11131f" providerId="ADAL" clId="{1293D490-DF19-2347-A958-05D7E9663BD7}" dt="2025-03-24T16:36:30.168" v="156" actId="15"/>
        <pc:sldMkLst>
          <pc:docMk/>
          <pc:sldMk cId="0" sldId="378"/>
        </pc:sldMkLst>
        <pc:spChg chg="mod">
          <ac:chgData name="Derek Babb" userId="5caa49d1-7d0d-4b82-b270-42850c11131f" providerId="ADAL" clId="{1293D490-DF19-2347-A958-05D7E9663BD7}" dt="2025-03-24T16:36:30.168" v="156" actId="15"/>
          <ac:spMkLst>
            <pc:docMk/>
            <pc:sldMk cId="0" sldId="378"/>
            <ac:spMk id="62467" creationId="{985DF9BD-9BEE-485E-91B5-35245A041473}"/>
          </ac:spMkLst>
        </pc:spChg>
      </pc:sldChg>
      <pc:sldChg chg="modSp mod">
        <pc:chgData name="Derek Babb" userId="5caa49d1-7d0d-4b82-b270-42850c11131f" providerId="ADAL" clId="{1293D490-DF19-2347-A958-05D7E9663BD7}" dt="2025-03-24T16:35:08.976" v="143" actId="207"/>
        <pc:sldMkLst>
          <pc:docMk/>
          <pc:sldMk cId="0" sldId="382"/>
        </pc:sldMkLst>
        <pc:spChg chg="mod">
          <ac:chgData name="Derek Babb" userId="5caa49d1-7d0d-4b82-b270-42850c11131f" providerId="ADAL" clId="{1293D490-DF19-2347-A958-05D7E9663BD7}" dt="2025-03-24T16:35:08.976" v="143" actId="207"/>
          <ac:spMkLst>
            <pc:docMk/>
            <pc:sldMk cId="0" sldId="382"/>
            <ac:spMk id="59395" creationId="{E536AC2B-AEC9-4BAA-91A4-0E6588C1E6A1}"/>
          </ac:spMkLst>
        </pc:spChg>
      </pc:sldChg>
      <pc:sldChg chg="addSp modSp mod">
        <pc:chgData name="Derek Babb" userId="5caa49d1-7d0d-4b82-b270-42850c11131f" providerId="ADAL" clId="{1293D490-DF19-2347-A958-05D7E9663BD7}" dt="2025-03-24T16:41:31.936" v="367" actId="1076"/>
        <pc:sldMkLst>
          <pc:docMk/>
          <pc:sldMk cId="0" sldId="385"/>
        </pc:sldMkLst>
        <pc:spChg chg="mod">
          <ac:chgData name="Derek Babb" userId="5caa49d1-7d0d-4b82-b270-42850c11131f" providerId="ADAL" clId="{1293D490-DF19-2347-A958-05D7E9663BD7}" dt="2025-03-24T16:41:25.664" v="365" actId="1076"/>
          <ac:spMkLst>
            <pc:docMk/>
            <pc:sldMk cId="0" sldId="385"/>
            <ac:spMk id="49155" creationId="{F2F1CDD5-12E0-41EE-929C-CB3B9A26BA4C}"/>
          </ac:spMkLst>
        </pc:spChg>
        <pc:picChg chg="add mod">
          <ac:chgData name="Derek Babb" userId="5caa49d1-7d0d-4b82-b270-42850c11131f" providerId="ADAL" clId="{1293D490-DF19-2347-A958-05D7E9663BD7}" dt="2025-03-24T16:41:31.936" v="367" actId="1076"/>
          <ac:picMkLst>
            <pc:docMk/>
            <pc:sldMk cId="0" sldId="385"/>
            <ac:picMk id="8194" creationId="{840A6F40-A813-197D-BC08-4EE31A0F2DF6}"/>
          </ac:picMkLst>
        </pc:picChg>
      </pc:sldChg>
      <pc:sldChg chg="modSp mod">
        <pc:chgData name="Derek Babb" userId="5caa49d1-7d0d-4b82-b270-42850c11131f" providerId="ADAL" clId="{1293D490-DF19-2347-A958-05D7E9663BD7}" dt="2025-03-24T16:41:43.741" v="368" actId="33524"/>
        <pc:sldMkLst>
          <pc:docMk/>
          <pc:sldMk cId="0" sldId="386"/>
        </pc:sldMkLst>
        <pc:spChg chg="mod">
          <ac:chgData name="Derek Babb" userId="5caa49d1-7d0d-4b82-b270-42850c11131f" providerId="ADAL" clId="{1293D490-DF19-2347-A958-05D7E9663BD7}" dt="2025-03-24T16:41:43.741" v="368" actId="33524"/>
          <ac:spMkLst>
            <pc:docMk/>
            <pc:sldMk cId="0" sldId="386"/>
            <ac:spMk id="66562" creationId="{60FF7AB0-C862-457D-8A99-FC2A80BD12CF}"/>
          </ac:spMkLst>
        </pc:spChg>
      </pc:sldChg>
      <pc:sldChg chg="addSp delSp modSp new mod modAnim">
        <pc:chgData name="Derek Babb" userId="5caa49d1-7d0d-4b82-b270-42850c11131f" providerId="ADAL" clId="{1293D490-DF19-2347-A958-05D7E9663BD7}" dt="2025-03-24T16:02:15.913" v="17"/>
        <pc:sldMkLst>
          <pc:docMk/>
          <pc:sldMk cId="689320126" sldId="392"/>
        </pc:sldMkLst>
        <pc:spChg chg="mod">
          <ac:chgData name="Derek Babb" userId="5caa49d1-7d0d-4b82-b270-42850c11131f" providerId="ADAL" clId="{1293D490-DF19-2347-A958-05D7E9663BD7}" dt="2025-03-24T16:01:10.714" v="16" actId="20577"/>
          <ac:spMkLst>
            <pc:docMk/>
            <pc:sldMk cId="689320126" sldId="392"/>
            <ac:spMk id="2" creationId="{7D46C56E-1627-8181-3285-61E749D8F4BB}"/>
          </ac:spMkLst>
        </pc:spChg>
        <pc:spChg chg="del">
          <ac:chgData name="Derek Babb" userId="5caa49d1-7d0d-4b82-b270-42850c11131f" providerId="ADAL" clId="{1293D490-DF19-2347-A958-05D7E9663BD7}" dt="2025-03-24T16:02:15.913" v="17"/>
          <ac:spMkLst>
            <pc:docMk/>
            <pc:sldMk cId="689320126" sldId="392"/>
            <ac:spMk id="3" creationId="{3164A0E9-1BF8-5EE1-D387-7AD3A055E6BF}"/>
          </ac:spMkLst>
        </pc:spChg>
        <pc:picChg chg="add mod">
          <ac:chgData name="Derek Babb" userId="5caa49d1-7d0d-4b82-b270-42850c11131f" providerId="ADAL" clId="{1293D490-DF19-2347-A958-05D7E9663BD7}" dt="2025-03-24T16:02:15.913" v="17"/>
          <ac:picMkLst>
            <pc:docMk/>
            <pc:sldMk cId="689320126" sldId="392"/>
            <ac:picMk id="5" creationId="{B3CF210A-4773-71A7-C545-3E207AA2CD81}"/>
          </ac:picMkLst>
        </pc:picChg>
      </pc:sldChg>
      <pc:sldChg chg="addSp delSp modSp add mod">
        <pc:chgData name="Derek Babb" userId="5caa49d1-7d0d-4b82-b270-42850c11131f" providerId="ADAL" clId="{1293D490-DF19-2347-A958-05D7E9663BD7}" dt="2025-03-24T16:08:15.017" v="49" actId="478"/>
        <pc:sldMkLst>
          <pc:docMk/>
          <pc:sldMk cId="1263668729" sldId="393"/>
        </pc:sldMkLst>
        <pc:spChg chg="add del mod">
          <ac:chgData name="Derek Babb" userId="5caa49d1-7d0d-4b82-b270-42850c11131f" providerId="ADAL" clId="{1293D490-DF19-2347-A958-05D7E9663BD7}" dt="2025-03-24T16:08:15.017" v="49" actId="478"/>
          <ac:spMkLst>
            <pc:docMk/>
            <pc:sldMk cId="1263668729" sldId="393"/>
            <ac:spMk id="3" creationId="{3AEFCAE5-A435-2C22-9826-17B1D55DA064}"/>
          </ac:spMkLst>
        </pc:spChg>
        <pc:spChg chg="del">
          <ac:chgData name="Derek Babb" userId="5caa49d1-7d0d-4b82-b270-42850c11131f" providerId="ADAL" clId="{1293D490-DF19-2347-A958-05D7E9663BD7}" dt="2025-03-24T16:08:07.052" v="47" actId="478"/>
          <ac:spMkLst>
            <pc:docMk/>
            <pc:sldMk cId="1263668729" sldId="393"/>
            <ac:spMk id="51205" creationId="{1B6CCA37-EF86-485D-0F7E-58E4036F50C5}"/>
          </ac:spMkLst>
        </pc:spChg>
        <pc:picChg chg="mod">
          <ac:chgData name="Derek Babb" userId="5caa49d1-7d0d-4b82-b270-42850c11131f" providerId="ADAL" clId="{1293D490-DF19-2347-A958-05D7E9663BD7}" dt="2025-03-24T16:08:11.365" v="48" actId="1076"/>
          <ac:picMkLst>
            <pc:docMk/>
            <pc:sldMk cId="1263668729" sldId="393"/>
            <ac:picMk id="4098" creationId="{BFECC90E-9C1E-2C0D-CFD5-60C94A408CD4}"/>
          </ac:picMkLst>
        </pc:picChg>
      </pc:sldChg>
      <pc:sldChg chg="addSp modSp new mod">
        <pc:chgData name="Derek Babb" userId="5caa49d1-7d0d-4b82-b270-42850c11131f" providerId="ADAL" clId="{1293D490-DF19-2347-A958-05D7E9663BD7}" dt="2025-03-24T16:28:21.499" v="139" actId="20577"/>
        <pc:sldMkLst>
          <pc:docMk/>
          <pc:sldMk cId="3368987538" sldId="394"/>
        </pc:sldMkLst>
        <pc:spChg chg="mod">
          <ac:chgData name="Derek Babb" userId="5caa49d1-7d0d-4b82-b270-42850c11131f" providerId="ADAL" clId="{1293D490-DF19-2347-A958-05D7E9663BD7}" dt="2025-03-24T16:28:21.499" v="139" actId="20577"/>
          <ac:spMkLst>
            <pc:docMk/>
            <pc:sldMk cId="3368987538" sldId="394"/>
            <ac:spMk id="2" creationId="{7D1D965D-0C9E-66C3-1D7D-EA56E443B842}"/>
          </ac:spMkLst>
        </pc:spChg>
        <pc:spChg chg="mod">
          <ac:chgData name="Derek Babb" userId="5caa49d1-7d0d-4b82-b270-42850c11131f" providerId="ADAL" clId="{1293D490-DF19-2347-A958-05D7E9663BD7}" dt="2025-03-24T16:28:00.408" v="119" actId="5793"/>
          <ac:spMkLst>
            <pc:docMk/>
            <pc:sldMk cId="3368987538" sldId="394"/>
            <ac:spMk id="3" creationId="{5824BC02-7796-6579-6EB8-DC087B23D07C}"/>
          </ac:spMkLst>
        </pc:spChg>
        <pc:graphicFrameChg chg="add mod">
          <ac:chgData name="Derek Babb" userId="5caa49d1-7d0d-4b82-b270-42850c11131f" providerId="ADAL" clId="{1293D490-DF19-2347-A958-05D7E9663BD7}" dt="2025-03-24T16:28:13.371" v="120"/>
          <ac:graphicFrameMkLst>
            <pc:docMk/>
            <pc:sldMk cId="3368987538" sldId="394"/>
            <ac:graphicFrameMk id="5" creationId="{ECCA33CC-0069-6CBD-8FE3-CC4B35328F4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5CB68C-2613-4B5F-8E02-A79A04A545FE}" type="datetimeFigureOut">
              <a:rPr lang="en-US" smtClean="0"/>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CAA75F-8424-4DB3-8CC4-F1B0EEDA20CF}" type="slidenum">
              <a:rPr lang="en-US" smtClean="0"/>
              <a:t>‹#›</a:t>
            </a:fld>
            <a:endParaRPr lang="en-US"/>
          </a:p>
        </p:txBody>
      </p:sp>
    </p:spTree>
    <p:extLst>
      <p:ext uri="{BB962C8B-B14F-4D97-AF65-F5344CB8AC3E}">
        <p14:creationId xmlns:p14="http://schemas.microsoft.com/office/powerpoint/2010/main" val="3832304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ECAA75F-8424-4DB3-8CC4-F1B0EEDA20CF}" type="slidenum">
              <a:rPr lang="en-US" smtClean="0"/>
              <a:t>1</a:t>
            </a:fld>
            <a:endParaRPr lang="en-US"/>
          </a:p>
        </p:txBody>
      </p:sp>
    </p:spTree>
    <p:extLst>
      <p:ext uri="{BB962C8B-B14F-4D97-AF65-F5344CB8AC3E}">
        <p14:creationId xmlns:p14="http://schemas.microsoft.com/office/powerpoint/2010/main" val="2150374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354A22DF-AA19-4364-8620-D40B46809C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F19D264-DA5C-408D-9212-747488862BA3}" type="slidenum">
              <a:rPr lang="en-US" altLang="en-US" smtClean="0"/>
              <a:pPr>
                <a:spcBef>
                  <a:spcPct val="0"/>
                </a:spcBef>
              </a:pPr>
              <a:t>2</a:t>
            </a:fld>
            <a:endParaRPr lang="en-US" altLang="en-US"/>
          </a:p>
        </p:txBody>
      </p:sp>
      <p:sp>
        <p:nvSpPr>
          <p:cNvPr id="9219" name="Rectangle 2">
            <a:extLst>
              <a:ext uri="{FF2B5EF4-FFF2-40B4-BE49-F238E27FC236}">
                <a16:creationId xmlns:a16="http://schemas.microsoft.com/office/drawing/2014/main" id="{4CC35EE1-9ECD-4252-A599-AB7B5FBEF217}"/>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1398C492-066C-4EB1-A64A-9E617A70F6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Encryption</a:t>
            </a:r>
          </a:p>
          <a:p>
            <a:pPr lvl="1" eaLnBrk="1" hangingPunct="1"/>
            <a:r>
              <a:rPr lang="en-US" altLang="en-US" sz="1300">
                <a:latin typeface="Arial" panose="020B0604020202020204" pitchFamily="34" charset="0"/>
              </a:rPr>
              <a:t>The process to scramble a message or other information so that it cannot be easily read.</a:t>
            </a:r>
          </a:p>
          <a:p>
            <a:pPr lvl="1" eaLnBrk="1" hangingPunct="1"/>
            <a:r>
              <a:rPr lang="en-US" altLang="en-US" sz="1300">
                <a:latin typeface="Arial" panose="020B0604020202020204" pitchFamily="34" charset="0"/>
              </a:rPr>
              <a:t>One of the most critical parts to the security puzzle.</a:t>
            </a:r>
          </a:p>
          <a:p>
            <a:pPr lvl="1" eaLnBrk="1" hangingPunct="1"/>
            <a:r>
              <a:rPr lang="en-US" altLang="en-US" sz="1300">
                <a:latin typeface="Arial" panose="020B0604020202020204" pitchFamily="34" charset="0"/>
              </a:rPr>
              <a:t>Without it, all firewalls, IDSs, antivirus and antispyware software, policies, and so forth are inadequate.</a:t>
            </a:r>
          </a:p>
          <a:p>
            <a:pPr eaLnBrk="1" hangingPunct="1"/>
            <a:r>
              <a:rPr lang="en-US" altLang="en-US">
                <a:latin typeface="Arial" panose="020B0604020202020204" pitchFamily="34" charset="0"/>
              </a:rPr>
              <a:t>Cryptography</a:t>
            </a:r>
          </a:p>
          <a:p>
            <a:pPr lvl="1" eaLnBrk="1" hangingPunct="1"/>
            <a:r>
              <a:rPr lang="en-US" altLang="en-US" sz="1300">
                <a:latin typeface="Arial" panose="020B0604020202020204" pitchFamily="34" charset="0"/>
              </a:rPr>
              <a:t>The art of writing or deciphering secret code</a:t>
            </a:r>
          </a:p>
          <a:p>
            <a:pPr eaLnBrk="1" hangingPunct="1"/>
            <a:r>
              <a:rPr lang="en-US" altLang="en-US">
                <a:latin typeface="Arial" panose="020B0604020202020204" pitchFamily="34" charset="0"/>
              </a:rPr>
              <a:t>Basic overview</a:t>
            </a:r>
          </a:p>
          <a:p>
            <a:pPr lvl="1" eaLnBrk="1" hangingPunct="1"/>
            <a:r>
              <a:rPr lang="en-US" altLang="en-US" sz="1300">
                <a:latin typeface="Arial" panose="020B0604020202020204" pitchFamily="34" charset="0"/>
              </a:rPr>
              <a:t>This is a complex topic.</a:t>
            </a:r>
          </a:p>
          <a:p>
            <a:pPr lvl="1" eaLnBrk="1" hangingPunct="1"/>
            <a:r>
              <a:rPr lang="en-US" altLang="en-US" sz="1300">
                <a:latin typeface="Arial" panose="020B0604020202020204" pitchFamily="34" charset="0"/>
              </a:rPr>
              <a:t>You get some idea of how it works and how to make intelligent decisions about it.</a:t>
            </a:r>
          </a:p>
          <a:p>
            <a:pPr lvl="1" eaLnBrk="1" hangingPunct="1"/>
            <a:endParaRPr lang="en-US" altLang="en-US" sz="1300">
              <a:latin typeface="Arial" panose="020B0604020202020204" pitchFamily="34" charset="0"/>
            </a:endParaRPr>
          </a:p>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1952664E-2AE9-47A5-8098-52B9AE639B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A113F61-F510-4CD3-9B6A-EB30F3A34CC0}" type="slidenum">
              <a:rPr lang="en-US" altLang="en-US" smtClean="0"/>
              <a:pPr>
                <a:spcBef>
                  <a:spcPct val="0"/>
                </a:spcBef>
              </a:pPr>
              <a:t>3</a:t>
            </a:fld>
            <a:endParaRPr lang="en-US" altLang="en-US"/>
          </a:p>
        </p:txBody>
      </p:sp>
      <p:sp>
        <p:nvSpPr>
          <p:cNvPr id="11267" name="Rectangle 2">
            <a:extLst>
              <a:ext uri="{FF2B5EF4-FFF2-40B4-BE49-F238E27FC236}">
                <a16:creationId xmlns:a16="http://schemas.microsoft.com/office/drawing/2014/main" id="{7D4D24DE-C47C-4DAC-B3E1-5B7924ECC65E}"/>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4873DC72-36AF-45FB-AFDE-EAEE94F4BA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Decryption</a:t>
            </a:r>
          </a:p>
          <a:p>
            <a:pPr lvl="1" eaLnBrk="1" hangingPunct="1"/>
            <a:r>
              <a:rPr lang="en-US" altLang="en-US" sz="1300">
                <a:latin typeface="Arial" panose="020B0604020202020204" pitchFamily="34" charset="0"/>
              </a:rPr>
              <a:t>Reversal of the scrambling protocol to make the message comprehensible.</a:t>
            </a:r>
          </a:p>
          <a:p>
            <a:pPr eaLnBrk="1" hangingPunct="1"/>
            <a:r>
              <a:rPr lang="en-US" altLang="en-US">
                <a:latin typeface="Arial" panose="020B0604020202020204" pitchFamily="34" charset="0"/>
              </a:rPr>
              <a:t>Encryption</a:t>
            </a:r>
          </a:p>
          <a:p>
            <a:pPr lvl="1" eaLnBrk="1" hangingPunct="1"/>
            <a:r>
              <a:rPr lang="en-US" altLang="en-US" sz="1300">
                <a:latin typeface="Arial" panose="020B0604020202020204" pitchFamily="34" charset="0"/>
              </a:rPr>
              <a:t>Plain text is scrambled according to a particular algorithm, agreed upon beforehand by sender and receiver.</a:t>
            </a:r>
          </a:p>
          <a:p>
            <a:pPr eaLnBrk="1" hangingPunct="1"/>
            <a:r>
              <a:rPr lang="en-US" altLang="en-US">
                <a:latin typeface="Arial" panose="020B0604020202020204" pitchFamily="34" charset="0"/>
              </a:rPr>
              <a:t>Without the correct protocol, the message is difficult to re-create.</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Plain text – key – cipher text – key – plain text.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9A5C8156-1CE2-43C3-9351-018F141D17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DE91ACE-9475-4436-BE4F-47ADB9600D44}" type="slidenum">
              <a:rPr lang="en-US" altLang="en-US" smtClean="0"/>
              <a:pPr>
                <a:spcBef>
                  <a:spcPct val="0"/>
                </a:spcBef>
              </a:pPr>
              <a:t>4</a:t>
            </a:fld>
            <a:endParaRPr lang="en-US" altLang="en-US"/>
          </a:p>
        </p:txBody>
      </p:sp>
      <p:sp>
        <p:nvSpPr>
          <p:cNvPr id="15363" name="Rectangle 2">
            <a:extLst>
              <a:ext uri="{FF2B5EF4-FFF2-40B4-BE49-F238E27FC236}">
                <a16:creationId xmlns:a16="http://schemas.microsoft.com/office/drawing/2014/main" id="{2E9378CB-4FA4-4D82-8C03-3300778CE960}"/>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DEE6D036-AF69-4836-B514-217BB5E865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As old as written communication and war</a:t>
            </a:r>
          </a:p>
          <a:p>
            <a:pPr eaLnBrk="1" hangingPunct="1"/>
            <a:r>
              <a:rPr lang="en-US" altLang="en-US">
                <a:latin typeface="Arial" panose="020B0604020202020204" pitchFamily="34" charset="0"/>
              </a:rPr>
              <a:t>Caesar Cipher</a:t>
            </a:r>
          </a:p>
          <a:p>
            <a:pPr lvl="1" eaLnBrk="1" hangingPunct="1"/>
            <a:r>
              <a:rPr lang="en-US" altLang="en-US" sz="1300">
                <a:latin typeface="Arial" panose="020B0604020202020204" pitchFamily="34" charset="0"/>
              </a:rPr>
              <a:t>Shift cipher – You decide the number of letters you shift over.</a:t>
            </a:r>
          </a:p>
          <a:p>
            <a:pPr lvl="2" eaLnBrk="1" hangingPunct="1"/>
            <a:r>
              <a:rPr lang="en-US" altLang="en-US" sz="1400">
                <a:latin typeface="Arial" panose="020B0604020202020204" pitchFamily="34" charset="0"/>
              </a:rPr>
              <a:t>A DOG</a:t>
            </a:r>
          </a:p>
          <a:p>
            <a:pPr lvl="3" eaLnBrk="1" hangingPunct="1"/>
            <a:r>
              <a:rPr lang="en-US" altLang="en-US" sz="1400">
                <a:latin typeface="Arial" panose="020B0604020202020204" pitchFamily="34" charset="0"/>
              </a:rPr>
              <a:t>Shift 1 – B EPH</a:t>
            </a:r>
          </a:p>
          <a:p>
            <a:pPr lvl="3" eaLnBrk="1" hangingPunct="1"/>
            <a:r>
              <a:rPr lang="en-US" altLang="en-US" sz="1400">
                <a:latin typeface="Arial" panose="020B0604020202020204" pitchFamily="34" charset="0"/>
              </a:rPr>
              <a:t>Shift 2 – C FQI</a:t>
            </a:r>
          </a:p>
          <a:p>
            <a:pPr lvl="3" eaLnBrk="1" hangingPunct="1"/>
            <a:r>
              <a:rPr lang="en-US" altLang="en-US" sz="1400">
                <a:latin typeface="Arial" panose="020B0604020202020204" pitchFamily="34" charset="0"/>
              </a:rPr>
              <a:t>Shift negative 1 – Z CNF</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The history of encryption and code is fascinating to read, but it is beyond the scope of this text. Check out the sites in the text or others on the web.</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6E49912-47E4-4F62-A3DA-B18E1A5F34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7F6B3CF-7781-48BB-92C5-B299C5BE5F7E}" type="slidenum">
              <a:rPr lang="en-US" altLang="en-US" smtClean="0"/>
              <a:pPr>
                <a:spcBef>
                  <a:spcPct val="0"/>
                </a:spcBef>
              </a:pPr>
              <a:t>5</a:t>
            </a:fld>
            <a:endParaRPr lang="en-US" altLang="en-US"/>
          </a:p>
        </p:txBody>
      </p:sp>
      <p:sp>
        <p:nvSpPr>
          <p:cNvPr id="19459" name="Rectangle 2">
            <a:extLst>
              <a:ext uri="{FF2B5EF4-FFF2-40B4-BE49-F238E27FC236}">
                <a16:creationId xmlns:a16="http://schemas.microsoft.com/office/drawing/2014/main" id="{F8EB2E48-D364-44F1-A21F-BA8DEA2E6D0B}"/>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60FE7088-AA52-4C50-B441-63B624AF3F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latin typeface="Arial" panose="020B0604020202020204" pitchFamily="34" charset="0"/>
              </a:rPr>
              <a:t>Caesar Cipher</a:t>
            </a:r>
          </a:p>
          <a:p>
            <a:pPr lvl="1" eaLnBrk="1" hangingPunct="1"/>
            <a:r>
              <a:rPr lang="en-US" altLang="en-US" sz="1100">
                <a:latin typeface="Arial" panose="020B0604020202020204" pitchFamily="34" charset="0"/>
              </a:rPr>
              <a:t>Frequency distribution will crack this simple cipher.</a:t>
            </a:r>
          </a:p>
          <a:p>
            <a:pPr lvl="2" eaLnBrk="1" hangingPunct="1"/>
            <a:r>
              <a:rPr lang="en-US" altLang="en-US">
                <a:latin typeface="Arial" panose="020B0604020202020204" pitchFamily="34" charset="0"/>
              </a:rPr>
              <a:t>Most common letter in English is E and the most common three-letter word is THE.</a:t>
            </a:r>
          </a:p>
          <a:p>
            <a:pPr lvl="1" eaLnBrk="1" hangingPunct="1"/>
            <a:r>
              <a:rPr lang="en-US" altLang="en-US" sz="1100">
                <a:latin typeface="Arial" panose="020B0604020202020204" pitchFamily="34" charset="0"/>
              </a:rPr>
              <a:t>Substitution alphabet</a:t>
            </a:r>
          </a:p>
          <a:p>
            <a:pPr lvl="2" eaLnBrk="1" hangingPunct="1"/>
            <a:r>
              <a:rPr lang="en-US" altLang="en-US">
                <a:latin typeface="Arial" panose="020B0604020202020204" pitchFamily="34" charset="0"/>
              </a:rPr>
              <a:t>Substitutes one letter in the alphabet for another.</a:t>
            </a:r>
          </a:p>
          <a:p>
            <a:pPr lvl="2" eaLnBrk="1" hangingPunct="1"/>
            <a:r>
              <a:rPr lang="en-US" altLang="en-US">
                <a:latin typeface="Arial" panose="020B0604020202020204" pitchFamily="34" charset="0"/>
              </a:rPr>
              <a:t>Caesar is a mono-alphabetic cipher, using only one alphabet.</a:t>
            </a:r>
          </a:p>
          <a:p>
            <a:pPr eaLnBrk="1" hangingPunct="1"/>
            <a:endParaRPr lang="en-US" altLang="en-US" sz="1000">
              <a:latin typeface="Arial" panose="020B0604020202020204" pitchFamily="34" charset="0"/>
            </a:endParaRPr>
          </a:p>
          <a:p>
            <a:pPr eaLnBrk="1" hangingPunct="1"/>
            <a:r>
              <a:rPr lang="en-US" altLang="en-US" sz="1000">
                <a:latin typeface="Arial" panose="020B0604020202020204" pitchFamily="34" charset="0"/>
              </a:rPr>
              <a:t>ASIDE: Caesar needed to send messages to the far-flung posts at the ends of the Roman Empire. He would need security. He would write a message and then encrypt it with the now-famous Caesar 3 cipher. He would send for messengers. They would be extremely well paid, as they did not expect to return alive. Their heads would be shaved and the encrypted message tattooed on their heads. By the time they got to their destination, their hair had grown back and the message hidden. This is the first example we have of stenography. Also, they never saw the message and did not know what it was. After a successful mission and their heads were shaved, the message was decrypted. Because Caesar did not want the enemy to know how he used stenography or if they fell into enemy hands, we have the expression, “Kill the messenger.”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9B3473AB-4C96-4940-9141-5BD87585E7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55DEC71-2ABD-461F-B273-3DA23BD0EEE7}" type="slidenum">
              <a:rPr lang="en-US" altLang="en-US" smtClean="0"/>
              <a:pPr>
                <a:spcBef>
                  <a:spcPct val="0"/>
                </a:spcBef>
              </a:pPr>
              <a:t>6</a:t>
            </a:fld>
            <a:endParaRPr lang="en-US" altLang="en-US"/>
          </a:p>
        </p:txBody>
      </p:sp>
      <p:sp>
        <p:nvSpPr>
          <p:cNvPr id="23555" name="Rectangle 2">
            <a:extLst>
              <a:ext uri="{FF2B5EF4-FFF2-40B4-BE49-F238E27FC236}">
                <a16:creationId xmlns:a16="http://schemas.microsoft.com/office/drawing/2014/main" id="{F71B83E8-028B-4445-8098-648FDE686614}"/>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E68141E2-F1D9-4E06-9A20-6DDD68FD98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Binary Operations</a:t>
            </a:r>
          </a:p>
          <a:p>
            <a:pPr lvl="1" eaLnBrk="1" hangingPunct="1"/>
            <a:r>
              <a:rPr lang="en-US" altLang="en-US" sz="1300">
                <a:latin typeface="Arial" panose="020B0604020202020204" pitchFamily="34" charset="0"/>
              </a:rPr>
              <a:t>3 operations not found in decimal or base 10 math</a:t>
            </a:r>
            <a:endParaRPr lang="en-US" altLang="en-US" sz="1600">
              <a:latin typeface="Arial" panose="020B0604020202020204" pitchFamily="34" charset="0"/>
            </a:endParaRPr>
          </a:p>
          <a:p>
            <a:pPr lvl="3" eaLnBrk="1" hangingPunct="1"/>
            <a:endParaRPr lang="en-US" altLang="en-US" sz="1600">
              <a:latin typeface="Arial" panose="020B0604020202020204" pitchFamily="34" charset="0"/>
            </a:endParaRPr>
          </a:p>
          <a:p>
            <a:pPr lvl="1" eaLnBrk="1" hangingPunct="1"/>
            <a:r>
              <a:rPr lang="en-US" altLang="en-US" sz="1600">
                <a:latin typeface="Arial" panose="020B0604020202020204" pitchFamily="34" charset="0"/>
              </a:rPr>
              <a:t>In comparing binary numbers in the AND operation, compare them one place at a time. If both places have a 1 in them, the result is a 1. If one or both of them are a 0, the result is a 0.</a:t>
            </a:r>
          </a:p>
          <a:p>
            <a:pPr eaLnBrk="1" hangingPunct="1"/>
            <a:endParaRPr lang="en-US" altLang="en-US">
              <a:latin typeface="Arial" panose="020B0604020202020204" pitchFamily="34" charset="0"/>
            </a:endParaRPr>
          </a:p>
        </p:txBody>
      </p:sp>
      <p:graphicFrame>
        <p:nvGraphicFramePr>
          <p:cNvPr id="429060" name="Group 4">
            <a:extLst>
              <a:ext uri="{FF2B5EF4-FFF2-40B4-BE49-F238E27FC236}">
                <a16:creationId xmlns:a16="http://schemas.microsoft.com/office/drawing/2014/main" id="{6174C4C3-0066-4344-BD79-9BB1C14A5E7D}"/>
              </a:ext>
            </a:extLst>
          </p:cNvPr>
          <p:cNvGraphicFramePr>
            <a:graphicFrameLocks noGrp="1"/>
          </p:cNvGraphicFramePr>
          <p:nvPr/>
        </p:nvGraphicFramePr>
        <p:xfrm>
          <a:off x="2286000" y="4953000"/>
          <a:ext cx="2362200" cy="1219200"/>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4064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1</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1</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0</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1</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1</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0</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0</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1</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1</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0</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0</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accent1"/>
                          </a:solidFill>
                          <a:effectLst/>
                          <a:latin typeface="Arial" charset="0"/>
                          <a:cs typeface="Arial" charset="0"/>
                        </a:rPr>
                        <a:t>1</a:t>
                      </a:r>
                      <a:endParaRPr kumimoji="0" lang="en-US" sz="2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AE39BB62-2337-4374-9280-185FAD0FA3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204A644-FAF5-492C-BC24-66B322AEA200}" type="slidenum">
              <a:rPr lang="en-US" altLang="en-US" smtClean="0"/>
              <a:pPr>
                <a:spcBef>
                  <a:spcPct val="0"/>
                </a:spcBef>
              </a:pPr>
              <a:t>7</a:t>
            </a:fld>
            <a:endParaRPr lang="en-US" altLang="en-US"/>
          </a:p>
        </p:txBody>
      </p:sp>
      <p:sp>
        <p:nvSpPr>
          <p:cNvPr id="25603" name="Rectangle 2">
            <a:extLst>
              <a:ext uri="{FF2B5EF4-FFF2-40B4-BE49-F238E27FC236}">
                <a16:creationId xmlns:a16="http://schemas.microsoft.com/office/drawing/2014/main" id="{E3C8AD60-C9B0-449F-BC93-521043AB342C}"/>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4B864BEF-3DF7-4644-9721-E622F92664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Binary Operations</a:t>
            </a:r>
          </a:p>
          <a:p>
            <a:pPr lvl="2" eaLnBrk="1" hangingPunct="1"/>
            <a:r>
              <a:rPr lang="en-US" altLang="en-US" sz="1500">
                <a:latin typeface="Arial" panose="020B0604020202020204" pitchFamily="34" charset="0"/>
              </a:rPr>
              <a:t>OR</a:t>
            </a:r>
            <a:endParaRPr lang="en-US" altLang="en-US" sz="1400">
              <a:latin typeface="Arial" panose="020B0604020202020204" pitchFamily="34" charset="0"/>
            </a:endParaRPr>
          </a:p>
          <a:p>
            <a:pPr eaLnBrk="1" hangingPunct="1"/>
            <a:r>
              <a:rPr lang="en-US" altLang="en-US" sz="1400">
                <a:latin typeface="Arial" panose="020B0604020202020204" pitchFamily="34" charset="0"/>
              </a:rPr>
              <a:t>In comparing binary numbers in the OR operation, compare them one place at a time. If one or both of them are a 1, the result is a 1. If not, the result is a 0.</a:t>
            </a:r>
          </a:p>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B1FBB079-F45D-4C90-BC8F-7F5B086444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01B5ADC-31DA-43BD-BA2F-50D0D4890EB0}" type="slidenum">
              <a:rPr lang="en-US" altLang="en-US" smtClean="0"/>
              <a:pPr>
                <a:spcBef>
                  <a:spcPct val="0"/>
                </a:spcBef>
              </a:pPr>
              <a:t>8</a:t>
            </a:fld>
            <a:endParaRPr lang="en-US" altLang="en-US"/>
          </a:p>
        </p:txBody>
      </p:sp>
      <p:sp>
        <p:nvSpPr>
          <p:cNvPr id="27651" name="Rectangle 2">
            <a:extLst>
              <a:ext uri="{FF2B5EF4-FFF2-40B4-BE49-F238E27FC236}">
                <a16:creationId xmlns:a16="http://schemas.microsoft.com/office/drawing/2014/main" id="{1005C0B7-DC0F-424A-A91A-0F85B3BAE4F3}"/>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40563428-D091-423E-85E5-433A53524D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Binary Operations</a:t>
            </a:r>
          </a:p>
          <a:p>
            <a:pPr eaLnBrk="1" hangingPunct="1"/>
            <a:endParaRPr lang="en-US" altLang="en-US" sz="1400">
              <a:latin typeface="Arial" panose="020B0604020202020204" pitchFamily="34" charset="0"/>
            </a:endParaRPr>
          </a:p>
          <a:p>
            <a:pPr eaLnBrk="1" hangingPunct="1"/>
            <a:r>
              <a:rPr lang="en-US" altLang="en-US" sz="1400">
                <a:latin typeface="Arial" panose="020B0604020202020204" pitchFamily="34" charset="0"/>
              </a:rPr>
              <a:t>In comparing binary numbers in the XOR operation, compare them one place at a time.  If one of them, but NOT both of them, is a 1, the result is a 1. If not, the result is a 0.</a:t>
            </a:r>
          </a:p>
          <a:p>
            <a:pPr lvl="2" eaLnBrk="1" hangingPunct="1"/>
            <a:endParaRPr lang="en-US" altLang="en-US" sz="1400">
              <a:latin typeface="Arial" panose="020B0604020202020204" pitchFamily="34" charset="0"/>
            </a:endParaRPr>
          </a:p>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5747CA2A-3F93-46C2-93ED-F75D5546EE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3EDA1EA-91F8-4C1C-A880-49580FAEA70A}" type="slidenum">
              <a:rPr lang="en-US" altLang="en-US" smtClean="0"/>
              <a:pPr>
                <a:spcBef>
                  <a:spcPct val="0"/>
                </a:spcBef>
              </a:pPr>
              <a:t>9</a:t>
            </a:fld>
            <a:endParaRPr lang="en-US" altLang="en-US"/>
          </a:p>
        </p:txBody>
      </p:sp>
      <p:sp>
        <p:nvSpPr>
          <p:cNvPr id="29699" name="Rectangle 2">
            <a:extLst>
              <a:ext uri="{FF2B5EF4-FFF2-40B4-BE49-F238E27FC236}">
                <a16:creationId xmlns:a16="http://schemas.microsoft.com/office/drawing/2014/main" id="{5B2584DB-66EB-43D5-99CD-BFC6044B4D02}"/>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5694F97E-24AD-4ED4-A46A-979BE07854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XOR</a:t>
            </a:r>
          </a:p>
          <a:p>
            <a:pPr lvl="1" eaLnBrk="1" hangingPunct="1"/>
            <a:r>
              <a:rPr lang="en-US" altLang="en-US" sz="1300">
                <a:latin typeface="Arial" panose="020B0604020202020204" pitchFamily="34" charset="0"/>
              </a:rPr>
              <a:t>The only reversible binary operation </a:t>
            </a:r>
          </a:p>
          <a:p>
            <a:pPr lvl="1" eaLnBrk="1" hangingPunct="1"/>
            <a:r>
              <a:rPr lang="en-US" altLang="en-US" sz="1300">
                <a:latin typeface="Arial" panose="020B0604020202020204" pitchFamily="34" charset="0"/>
              </a:rPr>
              <a:t>First, convert plain text to ASCII</a:t>
            </a:r>
          </a:p>
          <a:p>
            <a:pPr lvl="2" eaLnBrk="1" hangingPunct="1"/>
            <a:r>
              <a:rPr lang="en-US" altLang="en-US" sz="1400">
                <a:latin typeface="Arial" panose="020B0604020202020204" pitchFamily="34" charset="0"/>
              </a:rPr>
              <a:t>A DOG = 065 032 068 079 071</a:t>
            </a:r>
          </a:p>
          <a:p>
            <a:pPr lvl="1" eaLnBrk="1" hangingPunct="1"/>
            <a:r>
              <a:rPr lang="en-US" altLang="en-US" sz="1300">
                <a:latin typeface="Arial" panose="020B0604020202020204" pitchFamily="34" charset="0"/>
              </a:rPr>
              <a:t>Then, convert ASCII to binary</a:t>
            </a:r>
          </a:p>
          <a:p>
            <a:pPr lvl="2" eaLnBrk="1" hangingPunct="1"/>
            <a:r>
              <a:rPr lang="en-US" altLang="en-US" sz="1400">
                <a:latin typeface="Arial" panose="020B0604020202020204" pitchFamily="34" charset="0"/>
              </a:rPr>
              <a:t>0100 0001, 0100 0100, 0100 1111, 0100 0111</a:t>
            </a:r>
          </a:p>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3CD58D00-009B-46C0-87F6-8B08CE40E8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23304CA-14F3-44E6-A80F-5DE04B088114}" type="slidenum">
              <a:rPr lang="en-US" altLang="en-US" smtClean="0"/>
              <a:pPr>
                <a:spcBef>
                  <a:spcPct val="0"/>
                </a:spcBef>
              </a:pPr>
              <a:t>10</a:t>
            </a:fld>
            <a:endParaRPr lang="en-US" altLang="en-US"/>
          </a:p>
        </p:txBody>
      </p:sp>
      <p:sp>
        <p:nvSpPr>
          <p:cNvPr id="31747" name="Rectangle 2">
            <a:extLst>
              <a:ext uri="{FF2B5EF4-FFF2-40B4-BE49-F238E27FC236}">
                <a16:creationId xmlns:a16="http://schemas.microsoft.com/office/drawing/2014/main" id="{978686EA-3AD2-4B32-BA9C-DEEFABBBD05E}"/>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265AC78D-0506-4B14-9EC6-D7A0499864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en-US" altLang="en-US" sz="1300">
                <a:latin typeface="Arial" panose="020B0604020202020204" pitchFamily="34" charset="0"/>
              </a:rPr>
              <a:t>Then, using any random, previously agreed upon string as the key, XOR the ASCII</a:t>
            </a:r>
          </a:p>
          <a:p>
            <a:pPr lvl="2" eaLnBrk="1" hangingPunct="1"/>
            <a:r>
              <a:rPr lang="en-US" altLang="en-US" sz="1400">
                <a:latin typeface="Arial" panose="020B0604020202020204" pitchFamily="34" charset="0"/>
              </a:rPr>
              <a:t>0100 0001, 0100 0100, 0100 1111, 0100 0111</a:t>
            </a:r>
          </a:p>
          <a:p>
            <a:pPr lvl="2" eaLnBrk="1" hangingPunct="1"/>
            <a:r>
              <a:rPr lang="en-US" altLang="en-US" sz="1400" u="sng">
                <a:latin typeface="Arial" panose="020B0604020202020204" pitchFamily="34" charset="0"/>
              </a:rPr>
              <a:t>1111 0111, 1111 0111, 1111 0111, 1111 0111</a:t>
            </a:r>
          </a:p>
          <a:p>
            <a:pPr lvl="2" eaLnBrk="1" hangingPunct="1"/>
            <a:r>
              <a:rPr lang="en-US" altLang="en-US" sz="1400">
                <a:latin typeface="Arial" panose="020B0604020202020204" pitchFamily="34" charset="0"/>
              </a:rPr>
              <a:t>1011 0110, 1011 0011, 1011 1000, 1011 0000</a:t>
            </a:r>
          </a:p>
          <a:p>
            <a:pPr lvl="1" eaLnBrk="1" hangingPunct="1"/>
            <a:r>
              <a:rPr lang="en-US" altLang="en-US" sz="1300">
                <a:latin typeface="Arial" panose="020B0604020202020204" pitchFamily="34" charset="0"/>
              </a:rPr>
              <a:t>The result is the cipher text, which can be decrypted using the agreed upon key and the XOR operation, then converted back to ASCII</a:t>
            </a:r>
          </a:p>
          <a:p>
            <a:pPr lvl="1" eaLnBrk="1" hangingPunct="1"/>
            <a:r>
              <a:rPr lang="en-US" altLang="en-US" sz="1300">
                <a:latin typeface="Arial" panose="020B0604020202020204" pitchFamily="34" charset="0"/>
              </a:rPr>
              <a:t>Uses single-key encryption</a:t>
            </a:r>
          </a:p>
          <a:p>
            <a:pPr lvl="2" eaLnBrk="1" hangingPunct="1"/>
            <a:r>
              <a:rPr lang="en-US" altLang="en-US" sz="1400">
                <a:latin typeface="Arial" panose="020B0604020202020204" pitchFamily="34" charset="0"/>
              </a:rPr>
              <a:t>Both sender and receiver use the same key – weak</a:t>
            </a:r>
          </a:p>
          <a:p>
            <a:pPr lvl="1" eaLnBrk="1" hangingPunct="1"/>
            <a:r>
              <a:rPr lang="en-US" altLang="en-US" sz="1300">
                <a:latin typeface="Arial" panose="020B0604020202020204" pitchFamily="34" charset="0"/>
              </a:rPr>
              <a:t>Uses mono-alphabetic substitution</a:t>
            </a:r>
          </a:p>
          <a:p>
            <a:pPr lvl="2" eaLnBrk="1" hangingPunct="1"/>
            <a:r>
              <a:rPr lang="en-US" altLang="en-US" sz="1400">
                <a:latin typeface="Arial" panose="020B0604020202020204" pitchFamily="34" charset="0"/>
              </a:rPr>
              <a:t>Subject to frequency distribution attack – weak</a:t>
            </a:r>
          </a:p>
          <a:p>
            <a:pPr lvl="1" eaLnBrk="1" hangingPunct="1"/>
            <a:r>
              <a:rPr lang="en-US" altLang="en-US" sz="1300">
                <a:latin typeface="Arial" panose="020B0604020202020204" pitchFamily="34" charset="0"/>
              </a:rPr>
              <a:t>Excellent introduction to contemporary encryption</a:t>
            </a:r>
            <a:endParaRPr lang="en-US" altLang="en-US" sz="1400">
              <a:latin typeface="Arial" panose="020B0604020202020204" pitchFamily="34" charset="0"/>
            </a:endParaRPr>
          </a:p>
          <a:p>
            <a:pPr lvl="1" eaLnBrk="1" hangingPunct="1"/>
            <a:endParaRPr lang="en-US" altLang="en-US" sz="1300">
              <a:latin typeface="Arial" panose="020B0604020202020204" pitchFamily="34" charset="0"/>
            </a:endParaRPr>
          </a:p>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0E5BBE3E-1B69-465E-9C29-C40C1A0240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7FD0DD9-2678-46CC-A8DE-D61D7511754E}" type="slidenum">
              <a:rPr lang="en-US" altLang="en-US" smtClean="0"/>
              <a:pPr>
                <a:spcBef>
                  <a:spcPct val="0"/>
                </a:spcBef>
              </a:pPr>
              <a:t>11</a:t>
            </a:fld>
            <a:endParaRPr lang="en-US" altLang="en-US"/>
          </a:p>
        </p:txBody>
      </p:sp>
      <p:sp>
        <p:nvSpPr>
          <p:cNvPr id="33795" name="Rectangle 2">
            <a:extLst>
              <a:ext uri="{FF2B5EF4-FFF2-40B4-BE49-F238E27FC236}">
                <a16:creationId xmlns:a16="http://schemas.microsoft.com/office/drawing/2014/main" id="{9C66AC0C-4CAB-4034-AD39-0FAFE65A9D5A}"/>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1165CB50-C0BC-4D32-89C4-75B1E5BB77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en-US" altLang="en-US" sz="1300">
                <a:latin typeface="Arial" panose="020B0604020202020204" pitchFamily="34" charset="0"/>
              </a:rPr>
              <a:t>Then, using any random, previously agreed upon string as the key, XOR the ASCII</a:t>
            </a:r>
          </a:p>
          <a:p>
            <a:pPr lvl="2" eaLnBrk="1" hangingPunct="1"/>
            <a:r>
              <a:rPr lang="en-US" altLang="en-US" sz="1400">
                <a:latin typeface="Arial" panose="020B0604020202020204" pitchFamily="34" charset="0"/>
              </a:rPr>
              <a:t>0100 0001, 0100 0100, 0100 1111, 0100 0111</a:t>
            </a:r>
          </a:p>
          <a:p>
            <a:pPr lvl="2" eaLnBrk="1" hangingPunct="1"/>
            <a:r>
              <a:rPr lang="en-US" altLang="en-US" sz="1400" u="sng">
                <a:latin typeface="Arial" panose="020B0604020202020204" pitchFamily="34" charset="0"/>
              </a:rPr>
              <a:t>1111 0111, 1111 0111, 1111 0111, 1111 0111</a:t>
            </a:r>
          </a:p>
          <a:p>
            <a:pPr lvl="2" eaLnBrk="1" hangingPunct="1"/>
            <a:r>
              <a:rPr lang="en-US" altLang="en-US" sz="1400">
                <a:latin typeface="Arial" panose="020B0604020202020204" pitchFamily="34" charset="0"/>
              </a:rPr>
              <a:t>1011 0110, 1011 0011, 1011 1000, 1011 0000</a:t>
            </a:r>
          </a:p>
          <a:p>
            <a:pPr lvl="1" eaLnBrk="1" hangingPunct="1"/>
            <a:r>
              <a:rPr lang="en-US" altLang="en-US" sz="1300">
                <a:latin typeface="Arial" panose="020B0604020202020204" pitchFamily="34" charset="0"/>
              </a:rPr>
              <a:t>The result is the cipher text, which can be decrypted using the agreed upon key and the XOR operation, then converted back to ASCII.</a:t>
            </a:r>
          </a:p>
          <a:p>
            <a:pPr lvl="1" eaLnBrk="1" hangingPunct="1"/>
            <a:r>
              <a:rPr lang="en-US" altLang="en-US" sz="1300">
                <a:latin typeface="Arial" panose="020B0604020202020204" pitchFamily="34" charset="0"/>
              </a:rPr>
              <a:t>Uses single-key encryption</a:t>
            </a:r>
          </a:p>
          <a:p>
            <a:pPr lvl="2" eaLnBrk="1" hangingPunct="1"/>
            <a:r>
              <a:rPr lang="en-US" altLang="en-US" sz="1400">
                <a:latin typeface="Arial" panose="020B0604020202020204" pitchFamily="34" charset="0"/>
              </a:rPr>
              <a:t>Both sender and receiver use the same key – weak</a:t>
            </a:r>
          </a:p>
          <a:p>
            <a:pPr lvl="1" eaLnBrk="1" hangingPunct="1"/>
            <a:r>
              <a:rPr lang="en-US" altLang="en-US" sz="1300">
                <a:latin typeface="Arial" panose="020B0604020202020204" pitchFamily="34" charset="0"/>
              </a:rPr>
              <a:t>Uses mono-alphabetic substitution</a:t>
            </a:r>
          </a:p>
          <a:p>
            <a:pPr lvl="2" eaLnBrk="1" hangingPunct="1"/>
            <a:r>
              <a:rPr lang="en-US" altLang="en-US" sz="1400">
                <a:latin typeface="Arial" panose="020B0604020202020204" pitchFamily="34" charset="0"/>
              </a:rPr>
              <a:t>Subject to frequency distribution attack – weak</a:t>
            </a:r>
          </a:p>
          <a:p>
            <a:pPr lvl="1" eaLnBrk="1" hangingPunct="1"/>
            <a:r>
              <a:rPr lang="en-US" altLang="en-US" sz="1300">
                <a:latin typeface="Arial" panose="020B0604020202020204" pitchFamily="34" charset="0"/>
              </a:rPr>
              <a:t>Excellent introduction to contemporary encryption</a:t>
            </a:r>
            <a:endParaRPr lang="en-US" altLang="en-US" sz="1400">
              <a:latin typeface="Arial" panose="020B0604020202020204" pitchFamily="34" charset="0"/>
            </a:endParaRPr>
          </a:p>
          <a:p>
            <a:pPr lvl="1" eaLnBrk="1" hangingPunct="1"/>
            <a:endParaRPr lang="en-US" altLang="en-US" sz="1300">
              <a:latin typeface="Arial" panose="020B0604020202020204" pitchFamily="34" charset="0"/>
            </a:endParaRPr>
          </a:p>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89E342D7-0BD3-41E1-8AE3-2D888FCE3FC5}"/>
              </a:ext>
            </a:extLst>
          </p:cNvPr>
          <p:cNvSpPr>
            <a:spLocks noGrp="1" noRot="1" noChangeAspect="1" noTextEdit="1"/>
          </p:cNvSpPr>
          <p:nvPr>
            <p:ph type="sldImg"/>
          </p:nvPr>
        </p:nvSpPr>
        <p:spPr>
          <a:ln/>
        </p:spPr>
      </p:sp>
      <p:sp>
        <p:nvSpPr>
          <p:cNvPr id="69635" name="Notes Placeholder 2">
            <a:extLst>
              <a:ext uri="{FF2B5EF4-FFF2-40B4-BE49-F238E27FC236}">
                <a16:creationId xmlns:a16="http://schemas.microsoft.com/office/drawing/2014/main" id="{96010C4B-ACC2-4272-B665-1B6C5C560D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9636" name="Slide Number Placeholder 3">
            <a:extLst>
              <a:ext uri="{FF2B5EF4-FFF2-40B4-BE49-F238E27FC236}">
                <a16:creationId xmlns:a16="http://schemas.microsoft.com/office/drawing/2014/main" id="{0055E8C6-4B3D-4A67-804C-8383F8AB0D6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DE77599-AE5D-406A-B439-BB64921174C8}" type="slidenum">
              <a:rPr lang="en-US" altLang="en-US" smtClean="0">
                <a:ea typeface="MS PGothic" panose="020B0600070205080204" pitchFamily="34" charset="-128"/>
              </a:rPr>
              <a:pPr/>
              <a:t>17</a:t>
            </a:fld>
            <a:endParaRPr lang="en-US" altLang="en-US">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creativecommons.org/licenses/by-nc-sa/4.0/"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b"/>
          <a:lstStyle>
            <a:lvl1pPr algn="l">
              <a:defRPr sz="6000">
                <a:solidFill>
                  <a:schemeClr val="tx1"/>
                </a:solidFill>
              </a:defRPr>
            </a:lvl1pPr>
          </a:lstStyle>
          <a:p>
            <a:r>
              <a:rPr lang="en-US" dirty="0"/>
              <a:t>Click to add Title</a:t>
            </a:r>
          </a:p>
        </p:txBody>
      </p:sp>
      <p:sp>
        <p:nvSpPr>
          <p:cNvPr id="3" name="Subtitle 2"/>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8" name="Title Placeholder 1"/>
          <p:cNvSpPr txBox="1">
            <a:spLocks/>
          </p:cNvSpPr>
          <p:nvPr userDrawn="1"/>
        </p:nvSpPr>
        <p:spPr>
          <a:xfrm>
            <a:off x="190500" y="-1547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Arial Narrow" panose="020B0606020202030204" pitchFamily="34" charset="0"/>
                <a:ea typeface="+mj-ea"/>
                <a:cs typeface="+mj-cs"/>
              </a:defRPr>
            </a:lvl1pPr>
          </a:lstStyle>
          <a:p>
            <a:r>
              <a:rPr lang="en-US" sz="2400" dirty="0"/>
              <a:t>UNIVERSITY</a:t>
            </a:r>
            <a:r>
              <a:rPr lang="en-US" sz="2400" baseline="0" dirty="0"/>
              <a:t> OF NEBRASKA AT OMAHA</a:t>
            </a:r>
            <a:endParaRPr lang="en-US" sz="2400" dirty="0"/>
          </a:p>
        </p:txBody>
      </p:sp>
      <p:pic>
        <p:nvPicPr>
          <p:cNvPr id="1026" name="Picture 2" descr="Creative Commons Licens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1400" y="6336723"/>
            <a:ext cx="1092200" cy="38475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userDrawn="1"/>
        </p:nvSpPr>
        <p:spPr>
          <a:xfrm>
            <a:off x="2184400" y="6336723"/>
            <a:ext cx="9385300" cy="369332"/>
          </a:xfrm>
          <a:prstGeom prst="rect">
            <a:avLst/>
          </a:prstGeom>
          <a:noFill/>
        </p:spPr>
        <p:txBody>
          <a:bodyPr wrap="square" rtlCol="0">
            <a:spAutoFit/>
          </a:bodyPr>
          <a:lstStyle/>
          <a:p>
            <a:r>
              <a:rPr lang="en-US" dirty="0">
                <a:latin typeface="Arial Narrow" panose="020B0606020202030204" pitchFamily="34" charset="0"/>
              </a:rPr>
              <a:t>These</a:t>
            </a:r>
            <a:r>
              <a:rPr lang="en-US" baseline="0" dirty="0">
                <a:latin typeface="Arial Narrow" panose="020B0606020202030204" pitchFamily="34" charset="0"/>
              </a:rPr>
              <a:t> materials are provided under a Creative Commons  </a:t>
            </a:r>
            <a:r>
              <a:rPr lang="en-US" baseline="0" dirty="0">
                <a:latin typeface="Arial Narrow" panose="020B0606020202030204" pitchFamily="34" charset="0"/>
                <a:hlinkClick r:id="rId3"/>
              </a:rPr>
              <a:t>Attribution-</a:t>
            </a:r>
            <a:r>
              <a:rPr lang="en-US" baseline="0" dirty="0" err="1">
                <a:latin typeface="Arial Narrow" panose="020B0606020202030204" pitchFamily="34" charset="0"/>
                <a:hlinkClick r:id="rId3"/>
              </a:rPr>
              <a:t>NonCommercial</a:t>
            </a:r>
            <a:r>
              <a:rPr lang="en-US" baseline="0" dirty="0">
                <a:latin typeface="Arial Narrow" panose="020B0606020202030204" pitchFamily="34" charset="0"/>
                <a:hlinkClick r:id="rId3"/>
              </a:rPr>
              <a:t>-</a:t>
            </a:r>
            <a:r>
              <a:rPr lang="en-US" baseline="0" dirty="0" err="1">
                <a:latin typeface="Arial Narrow" panose="020B0606020202030204" pitchFamily="34" charset="0"/>
                <a:hlinkClick r:id="rId3"/>
              </a:rPr>
              <a:t>ShareAlike</a:t>
            </a:r>
            <a:r>
              <a:rPr lang="en-US" baseline="0" dirty="0">
                <a:latin typeface="Arial Narrow" panose="020B0606020202030204" pitchFamily="34" charset="0"/>
                <a:hlinkClick r:id="rId3"/>
              </a:rPr>
              <a:t> </a:t>
            </a:r>
            <a:r>
              <a:rPr lang="en-US" baseline="0" dirty="0">
                <a:latin typeface="Arial Narrow" panose="020B0606020202030204" pitchFamily="34" charset="0"/>
              </a:rPr>
              <a:t>license.</a:t>
            </a:r>
            <a:endParaRPr lang="en-US" dirty="0">
              <a:latin typeface="Arial Narrow" panose="020B0606020202030204" pitchFamily="34" charset="0"/>
            </a:endParaRPr>
          </a:p>
        </p:txBody>
      </p:sp>
      <p:sp>
        <p:nvSpPr>
          <p:cNvPr id="10" name="Date Placeholder 9"/>
          <p:cNvSpPr>
            <a:spLocks noGrp="1"/>
          </p:cNvSpPr>
          <p:nvPr>
            <p:ph type="dt" sz="half" idx="10"/>
          </p:nvPr>
        </p:nvSpPr>
        <p:spPr>
          <a:xfrm>
            <a:off x="838200" y="6356350"/>
            <a:ext cx="2743200" cy="365125"/>
          </a:xfrm>
          <a:prstGeom prst="rect">
            <a:avLst/>
          </a:prstGeom>
        </p:spPr>
        <p:txBody>
          <a:bodyPr/>
          <a:lstStyle/>
          <a:p>
            <a:endParaRPr lang="en-US" dirty="0"/>
          </a:p>
        </p:txBody>
      </p:sp>
      <p:sp>
        <p:nvSpPr>
          <p:cNvPr id="11" name="Footer Placeholder 10"/>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969210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094C11E7-507F-4422-8D09-51AE60736DD4}" type="slidenum">
              <a:rPr lang="en-US" smtClean="0"/>
              <a:t>‹#›</a:t>
            </a:fld>
            <a:endParaRPr lang="en-US"/>
          </a:p>
        </p:txBody>
      </p:sp>
    </p:spTree>
    <p:extLst>
      <p:ext uri="{BB962C8B-B14F-4D97-AF65-F5344CB8AC3E}">
        <p14:creationId xmlns:p14="http://schemas.microsoft.com/office/powerpoint/2010/main" val="3153514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384300"/>
            <a:ext cx="10515600" cy="3178175"/>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094C11E7-507F-4422-8D09-51AE60736DD4}" type="slidenum">
              <a:rPr lang="en-US" smtClean="0"/>
              <a:t>‹#›</a:t>
            </a:fld>
            <a:endParaRPr lang="en-US"/>
          </a:p>
        </p:txBody>
      </p:sp>
    </p:spTree>
    <p:extLst>
      <p:ext uri="{BB962C8B-B14F-4D97-AF65-F5344CB8AC3E}">
        <p14:creationId xmlns:p14="http://schemas.microsoft.com/office/powerpoint/2010/main" val="882485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350168"/>
            <a:ext cx="5181600" cy="482679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350168"/>
            <a:ext cx="5181600" cy="482679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094C11E7-507F-4422-8D09-51AE60736DD4}" type="slidenum">
              <a:rPr lang="en-US" smtClean="0"/>
              <a:t>‹#›</a:t>
            </a:fld>
            <a:endParaRPr lang="en-US"/>
          </a:p>
        </p:txBody>
      </p:sp>
    </p:spTree>
    <p:extLst>
      <p:ext uri="{BB962C8B-B14F-4D97-AF65-F5344CB8AC3E}">
        <p14:creationId xmlns:p14="http://schemas.microsoft.com/office/powerpoint/2010/main" val="3131998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16827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1350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1958975"/>
            <a:ext cx="5157787" cy="42306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1350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1958975"/>
            <a:ext cx="5183188" cy="42306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094C11E7-507F-4422-8D09-51AE60736DD4}" type="slidenum">
              <a:rPr lang="en-US" smtClean="0"/>
              <a:t>‹#›</a:t>
            </a:fld>
            <a:endParaRPr lang="en-US"/>
          </a:p>
        </p:txBody>
      </p:sp>
    </p:spTree>
    <p:extLst>
      <p:ext uri="{BB962C8B-B14F-4D97-AF65-F5344CB8AC3E}">
        <p14:creationId xmlns:p14="http://schemas.microsoft.com/office/powerpoint/2010/main" val="3577656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094C11E7-507F-4422-8D09-51AE60736DD4}" type="slidenum">
              <a:rPr lang="en-US" smtClean="0"/>
              <a:t>‹#›</a:t>
            </a:fld>
            <a:endParaRPr lang="en-US"/>
          </a:p>
        </p:txBody>
      </p:sp>
    </p:spTree>
    <p:extLst>
      <p:ext uri="{BB962C8B-B14F-4D97-AF65-F5344CB8AC3E}">
        <p14:creationId xmlns:p14="http://schemas.microsoft.com/office/powerpoint/2010/main" val="359460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094C11E7-507F-4422-8D09-51AE60736DD4}" type="slidenum">
              <a:rPr lang="en-US" smtClean="0"/>
              <a:t>‹#›</a:t>
            </a:fld>
            <a:endParaRPr lang="en-US"/>
          </a:p>
        </p:txBody>
      </p:sp>
    </p:spTree>
    <p:extLst>
      <p:ext uri="{BB962C8B-B14F-4D97-AF65-F5344CB8AC3E}">
        <p14:creationId xmlns:p14="http://schemas.microsoft.com/office/powerpoint/2010/main" val="1832974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094C11E7-507F-4422-8D09-51AE60736DD4}" type="slidenum">
              <a:rPr lang="en-US" smtClean="0"/>
              <a:t>‹#›</a:t>
            </a:fld>
            <a:endParaRPr lang="en-US"/>
          </a:p>
        </p:txBody>
      </p:sp>
    </p:spTree>
    <p:extLst>
      <p:ext uri="{BB962C8B-B14F-4D97-AF65-F5344CB8AC3E}">
        <p14:creationId xmlns:p14="http://schemas.microsoft.com/office/powerpoint/2010/main" val="699288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094C11E7-507F-4422-8D09-51AE60736DD4}" type="slidenum">
              <a:rPr lang="en-US" smtClean="0"/>
              <a:t>‹#›</a:t>
            </a:fld>
            <a:endParaRPr lang="en-US"/>
          </a:p>
        </p:txBody>
      </p:sp>
    </p:spTree>
    <p:extLst>
      <p:ext uri="{BB962C8B-B14F-4D97-AF65-F5344CB8AC3E}">
        <p14:creationId xmlns:p14="http://schemas.microsoft.com/office/powerpoint/2010/main" val="3796327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094C11E7-507F-4422-8D09-51AE60736DD4}" type="slidenum">
              <a:rPr lang="en-US" smtClean="0"/>
              <a:t>‹#›</a:t>
            </a:fld>
            <a:endParaRPr lang="en-US"/>
          </a:p>
        </p:txBody>
      </p:sp>
    </p:spTree>
    <p:extLst>
      <p:ext uri="{BB962C8B-B14F-4D97-AF65-F5344CB8AC3E}">
        <p14:creationId xmlns:p14="http://schemas.microsoft.com/office/powerpoint/2010/main" val="1245378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094C11E7-507F-4422-8D09-51AE60736DD4}" type="slidenum">
              <a:rPr lang="en-US" smtClean="0"/>
              <a:t>‹#›</a:t>
            </a:fld>
            <a:endParaRPr lang="en-US"/>
          </a:p>
        </p:txBody>
      </p:sp>
    </p:spTree>
    <p:extLst>
      <p:ext uri="{BB962C8B-B14F-4D97-AF65-F5344CB8AC3E}">
        <p14:creationId xmlns:p14="http://schemas.microsoft.com/office/powerpoint/2010/main" val="1392537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439067"/>
            <a:ext cx="10515600" cy="47378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userDrawn="1"/>
        </p:nvSpPr>
        <p:spPr>
          <a:xfrm>
            <a:off x="0" y="0"/>
            <a:ext cx="12192000" cy="101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90500" y="-154782"/>
            <a:ext cx="10515600" cy="1325563"/>
          </a:xfrm>
          <a:prstGeom prst="rect">
            <a:avLst/>
          </a:prstGeom>
        </p:spPr>
        <p:txBody>
          <a:bodyPr vert="horz" lIns="91440" tIns="45720" rIns="91440" bIns="45720" rtlCol="0" anchor="ctr">
            <a:normAutofit/>
          </a:bodyPr>
          <a:lstStyle/>
          <a:p>
            <a:r>
              <a:rPr lang="en-US" dirty="0"/>
              <a:t>Click to edit Master title style</a:t>
            </a:r>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690225" y="-268286"/>
            <a:ext cx="1527968" cy="1527968"/>
          </a:xfrm>
          <a:prstGeom prst="rect">
            <a:avLst/>
          </a:prstGeom>
        </p:spPr>
      </p:pic>
      <p:sp>
        <p:nvSpPr>
          <p:cNvPr id="10" name="Slide Number Placeholder 9"/>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0B4394-221E-4538-9614-40454A932F9E}" type="slidenum">
              <a:rPr lang="en-US" smtClean="0"/>
              <a:t>‹#›</a:t>
            </a:fld>
            <a:endParaRPr lang="en-US"/>
          </a:p>
        </p:txBody>
      </p:sp>
    </p:spTree>
    <p:extLst>
      <p:ext uri="{BB962C8B-B14F-4D97-AF65-F5344CB8AC3E}">
        <p14:creationId xmlns:p14="http://schemas.microsoft.com/office/powerpoint/2010/main" val="317648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Arial Narrow" panose="020B0606020202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Narrow" panose="020B0606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Narrow" panose="020B0606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Narrow" panose="020B0606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arrow" panose="020B0606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Narrow" panose="020B0606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Cryptography, Steganography, and Hashing</a:t>
            </a:r>
          </a:p>
        </p:txBody>
      </p:sp>
      <p:sp>
        <p:nvSpPr>
          <p:cNvPr id="3" name="Subtitle 2"/>
          <p:cNvSpPr>
            <a:spLocks noGrp="1"/>
          </p:cNvSpPr>
          <p:nvPr>
            <p:ph type="subTitle" idx="1"/>
          </p:nvPr>
        </p:nvSpPr>
        <p:spPr/>
        <p:txBody>
          <a:bodyPr/>
          <a:lstStyle/>
          <a:p>
            <a:r>
              <a:rPr lang="en-US" dirty="0"/>
              <a:t>High School Visit</a:t>
            </a:r>
          </a:p>
        </p:txBody>
      </p:sp>
    </p:spTree>
    <p:extLst>
      <p:ext uri="{BB962C8B-B14F-4D97-AF65-F5344CB8AC3E}">
        <p14:creationId xmlns:p14="http://schemas.microsoft.com/office/powerpoint/2010/main" val="2519728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lide Number Placeholder 4">
            <a:extLst>
              <a:ext uri="{FF2B5EF4-FFF2-40B4-BE49-F238E27FC236}">
                <a16:creationId xmlns:a16="http://schemas.microsoft.com/office/drawing/2014/main" id="{C36E388D-52E8-4944-A00D-67CA67E293F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A07B503A-141B-4BF9-9710-3D113988DB1C}" type="slidenum">
              <a:rPr lang="en-US" altLang="en-US" sz="1200">
                <a:latin typeface="Garamond" panose="02020404030301010803" pitchFamily="18" charset="0"/>
              </a:rPr>
              <a:pPr>
                <a:spcBef>
                  <a:spcPct val="0"/>
                </a:spcBef>
                <a:buClrTx/>
                <a:buSzTx/>
                <a:buFontTx/>
                <a:buNone/>
              </a:pPr>
              <a:t>2</a:t>
            </a:fld>
            <a:endParaRPr lang="en-US" altLang="en-US" sz="1200">
              <a:latin typeface="Garamond" panose="02020404030301010803" pitchFamily="18" charset="0"/>
            </a:endParaRPr>
          </a:p>
        </p:txBody>
      </p:sp>
      <p:sp>
        <p:nvSpPr>
          <p:cNvPr id="8196" name="Rectangle 2">
            <a:extLst>
              <a:ext uri="{FF2B5EF4-FFF2-40B4-BE49-F238E27FC236}">
                <a16:creationId xmlns:a16="http://schemas.microsoft.com/office/drawing/2014/main" id="{A8918D21-675D-4B8B-BCE2-361DF758C2E8}"/>
              </a:ext>
            </a:extLst>
          </p:cNvPr>
          <p:cNvSpPr>
            <a:spLocks noGrp="1" noChangeArrowheads="1"/>
          </p:cNvSpPr>
          <p:nvPr>
            <p:ph type="title"/>
          </p:nvPr>
        </p:nvSpPr>
        <p:spPr/>
        <p:txBody>
          <a:bodyPr/>
          <a:lstStyle/>
          <a:p>
            <a:pPr eaLnBrk="1" hangingPunct="1"/>
            <a:r>
              <a:rPr lang="en-US" altLang="en-US"/>
              <a:t>Introduction</a:t>
            </a:r>
          </a:p>
        </p:txBody>
      </p:sp>
      <p:sp>
        <p:nvSpPr>
          <p:cNvPr id="8197" name="Rectangle 3">
            <a:extLst>
              <a:ext uri="{FF2B5EF4-FFF2-40B4-BE49-F238E27FC236}">
                <a16:creationId xmlns:a16="http://schemas.microsoft.com/office/drawing/2014/main" id="{575F273D-2343-4E8A-87A7-828526958759}"/>
              </a:ext>
            </a:extLst>
          </p:cNvPr>
          <p:cNvSpPr>
            <a:spLocks noGrp="1" noChangeArrowheads="1"/>
          </p:cNvSpPr>
          <p:nvPr>
            <p:ph type="body" idx="1"/>
          </p:nvPr>
        </p:nvSpPr>
        <p:spPr/>
        <p:txBody>
          <a:bodyPr/>
          <a:lstStyle/>
          <a:p>
            <a:pPr eaLnBrk="1" hangingPunct="1"/>
            <a:r>
              <a:rPr lang="en-US" altLang="en-US"/>
              <a:t>Encryption</a:t>
            </a:r>
          </a:p>
          <a:p>
            <a:pPr lvl="1" eaLnBrk="1" hangingPunct="1"/>
            <a:r>
              <a:rPr lang="en-US" altLang="en-US" sz="2800"/>
              <a:t>Scrambling information.</a:t>
            </a:r>
          </a:p>
          <a:p>
            <a:pPr lvl="1" eaLnBrk="1" hangingPunct="1"/>
            <a:r>
              <a:rPr lang="en-US" altLang="en-US" sz="2800"/>
              <a:t>One critical part to the security puzzle.</a:t>
            </a:r>
          </a:p>
          <a:p>
            <a:pPr lvl="1" eaLnBrk="1" hangingPunct="1"/>
            <a:r>
              <a:rPr lang="en-US" altLang="en-US" sz="2800"/>
              <a:t>Without it, all security measures are inadequate.</a:t>
            </a:r>
          </a:p>
          <a:p>
            <a:pPr eaLnBrk="1" hangingPunct="1"/>
            <a:r>
              <a:rPr lang="en-US" altLang="en-US"/>
              <a:t>Cryptography</a:t>
            </a:r>
          </a:p>
          <a:p>
            <a:pPr lvl="1" eaLnBrk="1" hangingPunct="1"/>
            <a:r>
              <a:rPr lang="en-US" altLang="en-US" sz="2800"/>
              <a:t>An art form</a:t>
            </a:r>
          </a:p>
          <a:p>
            <a:pPr lvl="1" eaLnBrk="1" hangingPunct="1">
              <a:buFont typeface="Wingdings" panose="05000000000000000000" pitchFamily="2" charset="2"/>
              <a:buNone/>
            </a:pPr>
            <a:endParaRPr lang="en-US" alt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4">
            <a:extLst>
              <a:ext uri="{FF2B5EF4-FFF2-40B4-BE49-F238E27FC236}">
                <a16:creationId xmlns:a16="http://schemas.microsoft.com/office/drawing/2014/main" id="{539E25E2-C00C-4F74-8301-1B2330B33F4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52A4654A-D2AF-44C8-B00A-3AD9179A340E}" type="slidenum">
              <a:rPr lang="en-US" altLang="en-US" sz="1200">
                <a:latin typeface="Garamond" panose="02020404030301010803" pitchFamily="18" charset="0"/>
              </a:rPr>
              <a:pPr>
                <a:spcBef>
                  <a:spcPct val="0"/>
                </a:spcBef>
                <a:buClrTx/>
                <a:buSzTx/>
                <a:buFontTx/>
                <a:buNone/>
              </a:pPr>
              <a:t>3</a:t>
            </a:fld>
            <a:endParaRPr lang="en-US" altLang="en-US" sz="1200">
              <a:latin typeface="Garamond" panose="02020404030301010803" pitchFamily="18" charset="0"/>
            </a:endParaRPr>
          </a:p>
        </p:txBody>
      </p:sp>
      <p:sp>
        <p:nvSpPr>
          <p:cNvPr id="10244" name="Rectangle 2">
            <a:extLst>
              <a:ext uri="{FF2B5EF4-FFF2-40B4-BE49-F238E27FC236}">
                <a16:creationId xmlns:a16="http://schemas.microsoft.com/office/drawing/2014/main" id="{9B7546E1-51C5-43BF-A740-D3270CE3C0C7}"/>
              </a:ext>
            </a:extLst>
          </p:cNvPr>
          <p:cNvSpPr>
            <a:spLocks noGrp="1" noChangeArrowheads="1"/>
          </p:cNvSpPr>
          <p:nvPr>
            <p:ph type="title"/>
          </p:nvPr>
        </p:nvSpPr>
        <p:spPr/>
        <p:txBody>
          <a:bodyPr/>
          <a:lstStyle/>
          <a:p>
            <a:pPr eaLnBrk="1" hangingPunct="1"/>
            <a:r>
              <a:rPr lang="en-US" altLang="en-US"/>
              <a:t>Cryptography Basics</a:t>
            </a:r>
          </a:p>
        </p:txBody>
      </p:sp>
      <p:sp>
        <p:nvSpPr>
          <p:cNvPr id="10245" name="Rectangle 3">
            <a:extLst>
              <a:ext uri="{FF2B5EF4-FFF2-40B4-BE49-F238E27FC236}">
                <a16:creationId xmlns:a16="http://schemas.microsoft.com/office/drawing/2014/main" id="{AB6663EF-A51F-426D-B27E-5001EA865A04}"/>
              </a:ext>
            </a:extLst>
          </p:cNvPr>
          <p:cNvSpPr>
            <a:spLocks noGrp="1" noChangeArrowheads="1"/>
          </p:cNvSpPr>
          <p:nvPr>
            <p:ph type="body" idx="1"/>
          </p:nvPr>
        </p:nvSpPr>
        <p:spPr/>
        <p:txBody>
          <a:bodyPr>
            <a:normAutofit/>
          </a:bodyPr>
          <a:lstStyle/>
          <a:p>
            <a:r>
              <a:rPr lang="en-US" altLang="en-US" sz="3200" dirty="0"/>
              <a:t>Encryption</a:t>
            </a:r>
          </a:p>
          <a:p>
            <a:pPr lvl="1"/>
            <a:r>
              <a:rPr lang="en-US" altLang="en-US" sz="3200" dirty="0"/>
              <a:t>Algorithm scrambles plain</a:t>
            </a:r>
          </a:p>
          <a:p>
            <a:pPr lvl="1"/>
            <a:r>
              <a:rPr lang="en-US" altLang="en-US" sz="3200" dirty="0"/>
              <a:t>Sender and receiver agree on algorithm </a:t>
            </a:r>
          </a:p>
          <a:p>
            <a:pPr lvl="1"/>
            <a:r>
              <a:rPr lang="en-US" altLang="en-US" sz="3200" dirty="0"/>
              <a:t>Message difficult to re-create without protocol</a:t>
            </a:r>
          </a:p>
          <a:p>
            <a:pPr marL="0" indent="0" eaLnBrk="1" hangingPunct="1">
              <a:buNone/>
            </a:pPr>
            <a:endParaRPr lang="en-US" altLang="en-US" sz="3200" dirty="0"/>
          </a:p>
          <a:p>
            <a:pPr eaLnBrk="1" hangingPunct="1"/>
            <a:r>
              <a:rPr lang="en-US" altLang="en-US" sz="3200" dirty="0"/>
              <a:t>Decryption</a:t>
            </a:r>
          </a:p>
          <a:p>
            <a:pPr lvl="1" eaLnBrk="1" hangingPunct="1"/>
            <a:r>
              <a:rPr lang="en-US" altLang="en-US" sz="3200" dirty="0"/>
              <a:t>Reversal of the scrambling protocol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lide Number Placeholder 4">
            <a:extLst>
              <a:ext uri="{FF2B5EF4-FFF2-40B4-BE49-F238E27FC236}">
                <a16:creationId xmlns:a16="http://schemas.microsoft.com/office/drawing/2014/main" id="{C3ED421A-3481-4657-9C4F-543584FA497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5A04E739-08B2-4441-8F7E-A213B257A7C4}" type="slidenum">
              <a:rPr lang="en-US" altLang="en-US" sz="1200">
                <a:latin typeface="Garamond" panose="02020404030301010803" pitchFamily="18" charset="0"/>
              </a:rPr>
              <a:pPr>
                <a:spcBef>
                  <a:spcPct val="0"/>
                </a:spcBef>
                <a:buClrTx/>
                <a:buSzTx/>
                <a:buFontTx/>
                <a:buNone/>
              </a:pPr>
              <a:t>4</a:t>
            </a:fld>
            <a:endParaRPr lang="en-US" altLang="en-US" sz="1200">
              <a:latin typeface="Garamond" panose="02020404030301010803" pitchFamily="18" charset="0"/>
            </a:endParaRPr>
          </a:p>
        </p:txBody>
      </p:sp>
      <p:sp>
        <p:nvSpPr>
          <p:cNvPr id="14340" name="Rectangle 2">
            <a:extLst>
              <a:ext uri="{FF2B5EF4-FFF2-40B4-BE49-F238E27FC236}">
                <a16:creationId xmlns:a16="http://schemas.microsoft.com/office/drawing/2014/main" id="{9DEB342E-674C-4D3B-BEC6-E64BDD7E5B44}"/>
              </a:ext>
            </a:extLst>
          </p:cNvPr>
          <p:cNvSpPr>
            <a:spLocks noGrp="1" noChangeArrowheads="1"/>
          </p:cNvSpPr>
          <p:nvPr>
            <p:ph type="title"/>
          </p:nvPr>
        </p:nvSpPr>
        <p:spPr/>
        <p:txBody>
          <a:bodyPr/>
          <a:lstStyle/>
          <a:p>
            <a:pPr eaLnBrk="1" hangingPunct="1"/>
            <a:r>
              <a:rPr lang="en-US" altLang="en-US"/>
              <a:t>History of Encryption</a:t>
            </a:r>
          </a:p>
        </p:txBody>
      </p:sp>
      <p:sp>
        <p:nvSpPr>
          <p:cNvPr id="14341" name="Rectangle 3">
            <a:extLst>
              <a:ext uri="{FF2B5EF4-FFF2-40B4-BE49-F238E27FC236}">
                <a16:creationId xmlns:a16="http://schemas.microsoft.com/office/drawing/2014/main" id="{2DC4F29C-005A-44F1-B348-0D9B4AD7B2F8}"/>
              </a:ext>
            </a:extLst>
          </p:cNvPr>
          <p:cNvSpPr>
            <a:spLocks noGrp="1" noChangeArrowheads="1"/>
          </p:cNvSpPr>
          <p:nvPr>
            <p:ph type="body" idx="1"/>
          </p:nvPr>
        </p:nvSpPr>
        <p:spPr/>
        <p:txBody>
          <a:bodyPr>
            <a:normAutofit lnSpcReduction="10000"/>
          </a:bodyPr>
          <a:lstStyle/>
          <a:p>
            <a:pPr eaLnBrk="1" hangingPunct="1">
              <a:lnSpc>
                <a:spcPct val="90000"/>
              </a:lnSpc>
            </a:pPr>
            <a:r>
              <a:rPr lang="en-US" altLang="en-US" dirty="0"/>
              <a:t>Old as written communication and war</a:t>
            </a:r>
          </a:p>
          <a:p>
            <a:pPr eaLnBrk="1" hangingPunct="1">
              <a:lnSpc>
                <a:spcPct val="90000"/>
              </a:lnSpc>
            </a:pPr>
            <a:r>
              <a:rPr lang="en-US" altLang="en-US" dirty="0"/>
              <a:t>Caesar Cipher</a:t>
            </a:r>
          </a:p>
          <a:p>
            <a:pPr lvl="1" eaLnBrk="1" hangingPunct="1">
              <a:lnSpc>
                <a:spcPct val="90000"/>
              </a:lnSpc>
            </a:pPr>
            <a:r>
              <a:rPr lang="en-US" altLang="en-US" sz="2800" dirty="0"/>
              <a:t>Shift cipher</a:t>
            </a:r>
          </a:p>
          <a:p>
            <a:pPr lvl="2" eaLnBrk="1" hangingPunct="1">
              <a:lnSpc>
                <a:spcPct val="90000"/>
              </a:lnSpc>
            </a:pPr>
            <a:r>
              <a:rPr lang="en-US" altLang="en-US" sz="2600" dirty="0"/>
              <a:t>A DOG</a:t>
            </a:r>
          </a:p>
          <a:p>
            <a:pPr lvl="3" eaLnBrk="1" hangingPunct="1">
              <a:lnSpc>
                <a:spcPct val="90000"/>
              </a:lnSpc>
            </a:pPr>
            <a:r>
              <a:rPr lang="en-US" altLang="en-US" sz="2400" dirty="0"/>
              <a:t>Shift 1 – B EPH</a:t>
            </a:r>
          </a:p>
          <a:p>
            <a:pPr lvl="3" eaLnBrk="1" hangingPunct="1">
              <a:lnSpc>
                <a:spcPct val="90000"/>
              </a:lnSpc>
            </a:pPr>
            <a:r>
              <a:rPr lang="en-US" altLang="en-US" sz="2400" dirty="0"/>
              <a:t>Shift 2 – C FQI</a:t>
            </a:r>
          </a:p>
          <a:p>
            <a:pPr lvl="3" eaLnBrk="1" hangingPunct="1">
              <a:lnSpc>
                <a:spcPct val="90000"/>
              </a:lnSpc>
            </a:pPr>
            <a:r>
              <a:rPr lang="en-US" altLang="en-US" sz="2400" dirty="0"/>
              <a:t>Shift negative 1 – Z CNF</a:t>
            </a:r>
            <a:endParaRPr lang="en-US" altLang="en-US" dirty="0"/>
          </a:p>
          <a:p>
            <a:pPr lvl="1"/>
            <a:r>
              <a:rPr lang="en-US" altLang="en-US" sz="2800" dirty="0"/>
              <a:t>Frequency distribution cracks this simple cipher.</a:t>
            </a:r>
            <a:endParaRPr lang="en-US" altLang="en-US" sz="3000" dirty="0"/>
          </a:p>
          <a:p>
            <a:pPr lvl="1"/>
            <a:r>
              <a:rPr lang="en-US" altLang="en-US" sz="2800" dirty="0"/>
              <a:t>Substitution alphabet.</a:t>
            </a:r>
          </a:p>
          <a:p>
            <a:pPr lvl="2"/>
            <a:r>
              <a:rPr lang="en-US" altLang="en-US" sz="2600" dirty="0"/>
              <a:t>Substitutes one letter in the alphabet for another.</a:t>
            </a:r>
          </a:p>
          <a:p>
            <a:pPr lvl="2"/>
            <a:r>
              <a:rPr lang="en-US" altLang="en-US" sz="2600" dirty="0"/>
              <a:t>Caesar is a mono-alphabetic cipher.</a:t>
            </a:r>
          </a:p>
          <a:p>
            <a:endParaRPr lang="en-US" altLang="en-US" sz="3400" dirty="0"/>
          </a:p>
        </p:txBody>
      </p:sp>
      <p:pic>
        <p:nvPicPr>
          <p:cNvPr id="1028" name="Picture 4" descr="Caesar cipher - Wikipedia">
            <a:extLst>
              <a:ext uri="{FF2B5EF4-FFF2-40B4-BE49-F238E27FC236}">
                <a16:creationId xmlns:a16="http://schemas.microsoft.com/office/drawing/2014/main" id="{6EA01BCE-D0C1-49D0-8B56-A066E22A14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237535"/>
            <a:ext cx="6096000" cy="25704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lide Number Placeholder 4">
            <a:extLst>
              <a:ext uri="{FF2B5EF4-FFF2-40B4-BE49-F238E27FC236}">
                <a16:creationId xmlns:a16="http://schemas.microsoft.com/office/drawing/2014/main" id="{DDA4A3A9-4EF6-4BF9-B953-8DBBB76E3A3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AF22E530-5A36-4D46-A463-F1F2C6B14928}" type="slidenum">
              <a:rPr lang="en-US" altLang="en-US" sz="1200">
                <a:latin typeface="Garamond" panose="02020404030301010803" pitchFamily="18" charset="0"/>
              </a:rPr>
              <a:pPr>
                <a:spcBef>
                  <a:spcPct val="0"/>
                </a:spcBef>
                <a:buClrTx/>
                <a:buSzTx/>
                <a:buFontTx/>
                <a:buNone/>
              </a:pPr>
              <a:t>5</a:t>
            </a:fld>
            <a:endParaRPr lang="en-US" altLang="en-US" sz="1200">
              <a:latin typeface="Garamond" panose="02020404030301010803" pitchFamily="18" charset="0"/>
            </a:endParaRPr>
          </a:p>
        </p:txBody>
      </p:sp>
      <p:sp>
        <p:nvSpPr>
          <p:cNvPr id="18436" name="Rectangle 2">
            <a:extLst>
              <a:ext uri="{FF2B5EF4-FFF2-40B4-BE49-F238E27FC236}">
                <a16:creationId xmlns:a16="http://schemas.microsoft.com/office/drawing/2014/main" id="{4C9CFD26-D1A8-41FC-86C2-D174A528DC79}"/>
              </a:ext>
            </a:extLst>
          </p:cNvPr>
          <p:cNvSpPr>
            <a:spLocks noGrp="1" noChangeArrowheads="1"/>
          </p:cNvSpPr>
          <p:nvPr>
            <p:ph type="title"/>
          </p:nvPr>
        </p:nvSpPr>
        <p:spPr/>
        <p:txBody>
          <a:bodyPr/>
          <a:lstStyle/>
          <a:p>
            <a:pPr eaLnBrk="1" hangingPunct="1"/>
            <a:r>
              <a:rPr lang="en-US" altLang="en-US"/>
              <a:t>History of Encryption (cont.)</a:t>
            </a:r>
          </a:p>
        </p:txBody>
      </p:sp>
      <p:sp>
        <p:nvSpPr>
          <p:cNvPr id="18437" name="Rectangle 3">
            <a:extLst>
              <a:ext uri="{FF2B5EF4-FFF2-40B4-BE49-F238E27FC236}">
                <a16:creationId xmlns:a16="http://schemas.microsoft.com/office/drawing/2014/main" id="{A56558D7-CE86-43EB-AD72-7E1BEDD3469F}"/>
              </a:ext>
            </a:extLst>
          </p:cNvPr>
          <p:cNvSpPr>
            <a:spLocks noGrp="1" noChangeArrowheads="1"/>
          </p:cNvSpPr>
          <p:nvPr>
            <p:ph type="body" idx="1"/>
          </p:nvPr>
        </p:nvSpPr>
        <p:spPr>
          <a:xfrm>
            <a:off x="322082" y="1236155"/>
            <a:ext cx="8229600" cy="4800600"/>
          </a:xfrm>
        </p:spPr>
        <p:txBody>
          <a:bodyPr/>
          <a:lstStyle/>
          <a:p>
            <a:pPr eaLnBrk="1" hangingPunct="1"/>
            <a:r>
              <a:rPr lang="en-US" altLang="en-US" dirty="0"/>
              <a:t>ATBASH</a:t>
            </a:r>
          </a:p>
          <a:p>
            <a:pPr eaLnBrk="1" hangingPunct="1"/>
            <a:r>
              <a:rPr lang="en-US" altLang="en-US" dirty="0"/>
              <a:t>Rail Fence</a:t>
            </a:r>
          </a:p>
          <a:p>
            <a:pPr eaLnBrk="1" hangingPunct="1"/>
            <a:r>
              <a:rPr lang="en-US" altLang="en-US" dirty="0" err="1"/>
              <a:t>Vigenere</a:t>
            </a:r>
            <a:endParaRPr lang="en-US" altLang="en-US" sz="2600" dirty="0"/>
          </a:p>
          <a:p>
            <a:pPr eaLnBrk="1" hangingPunct="1"/>
            <a:r>
              <a:rPr lang="en-US" altLang="en-US" sz="2600" dirty="0"/>
              <a:t>Enigma</a:t>
            </a:r>
            <a:endParaRPr lang="en-US" altLang="en-US" dirty="0"/>
          </a:p>
        </p:txBody>
      </p:sp>
      <p:pic>
        <p:nvPicPr>
          <p:cNvPr id="2050" name="Picture 2" descr="Scytale - Wikipedia">
            <a:extLst>
              <a:ext uri="{FF2B5EF4-FFF2-40B4-BE49-F238E27FC236}">
                <a16:creationId xmlns:a16="http://schemas.microsoft.com/office/drawing/2014/main" id="{861564A1-D75E-49CA-B986-B82F6DA5D4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0074" y="136525"/>
            <a:ext cx="5073320" cy="290024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Vigenère cipher - Wikipedia">
            <a:extLst>
              <a:ext uri="{FF2B5EF4-FFF2-40B4-BE49-F238E27FC236}">
                <a16:creationId xmlns:a16="http://schemas.microsoft.com/office/drawing/2014/main" id="{2578429A-00C2-464B-88FA-949ABB4D28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4247" y="2490247"/>
            <a:ext cx="4367753" cy="436775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Enigma machine sells for a record $463,500">
            <a:extLst>
              <a:ext uri="{FF2B5EF4-FFF2-40B4-BE49-F238E27FC236}">
                <a16:creationId xmlns:a16="http://schemas.microsoft.com/office/drawing/2014/main" id="{F49C1259-0F5D-482A-9B54-1FB1B0D1C9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9985" y="3061494"/>
            <a:ext cx="5519738" cy="3679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4">
            <a:extLst>
              <a:ext uri="{FF2B5EF4-FFF2-40B4-BE49-F238E27FC236}">
                <a16:creationId xmlns:a16="http://schemas.microsoft.com/office/drawing/2014/main" id="{B584916D-0BA5-4102-AC57-BB687C83024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988179F2-A5B5-427D-B7EB-8391AACBE107}" type="slidenum">
              <a:rPr lang="en-US" altLang="en-US" sz="1200">
                <a:latin typeface="Garamond" panose="02020404030301010803" pitchFamily="18" charset="0"/>
              </a:rPr>
              <a:pPr>
                <a:spcBef>
                  <a:spcPct val="0"/>
                </a:spcBef>
                <a:buClrTx/>
                <a:buSzTx/>
                <a:buFontTx/>
                <a:buNone/>
              </a:pPr>
              <a:t>6</a:t>
            </a:fld>
            <a:endParaRPr lang="en-US" altLang="en-US" sz="1200">
              <a:latin typeface="Garamond" panose="02020404030301010803" pitchFamily="18" charset="0"/>
            </a:endParaRPr>
          </a:p>
        </p:txBody>
      </p:sp>
      <p:sp>
        <p:nvSpPr>
          <p:cNvPr id="22532" name="Rectangle 2">
            <a:extLst>
              <a:ext uri="{FF2B5EF4-FFF2-40B4-BE49-F238E27FC236}">
                <a16:creationId xmlns:a16="http://schemas.microsoft.com/office/drawing/2014/main" id="{70F503C4-B1A3-4EE4-BE1A-A991BB7A0900}"/>
              </a:ext>
            </a:extLst>
          </p:cNvPr>
          <p:cNvSpPr>
            <a:spLocks noGrp="1" noChangeArrowheads="1"/>
          </p:cNvSpPr>
          <p:nvPr>
            <p:ph type="title"/>
          </p:nvPr>
        </p:nvSpPr>
        <p:spPr/>
        <p:txBody>
          <a:bodyPr/>
          <a:lstStyle/>
          <a:p>
            <a:pPr eaLnBrk="1" hangingPunct="1"/>
            <a:r>
              <a:rPr lang="en-US" altLang="en-US"/>
              <a:t>Binary Operations</a:t>
            </a:r>
          </a:p>
        </p:txBody>
      </p:sp>
      <p:sp>
        <p:nvSpPr>
          <p:cNvPr id="22533" name="Rectangle 3">
            <a:extLst>
              <a:ext uri="{FF2B5EF4-FFF2-40B4-BE49-F238E27FC236}">
                <a16:creationId xmlns:a16="http://schemas.microsoft.com/office/drawing/2014/main" id="{FCF76096-5370-4034-B408-A1DDCEAC1622}"/>
              </a:ext>
            </a:extLst>
          </p:cNvPr>
          <p:cNvSpPr>
            <a:spLocks noGrp="1" noChangeArrowheads="1"/>
          </p:cNvSpPr>
          <p:nvPr>
            <p:ph type="body" idx="1"/>
          </p:nvPr>
        </p:nvSpPr>
        <p:spPr/>
        <p:txBody>
          <a:bodyPr/>
          <a:lstStyle/>
          <a:p>
            <a:pPr eaLnBrk="1" hangingPunct="1">
              <a:lnSpc>
                <a:spcPct val="80000"/>
              </a:lnSpc>
            </a:pPr>
            <a:r>
              <a:rPr lang="en-US" altLang="en-US" sz="3600" dirty="0"/>
              <a:t>Binary Operations</a:t>
            </a:r>
          </a:p>
          <a:p>
            <a:pPr lvl="1" eaLnBrk="1" hangingPunct="1">
              <a:lnSpc>
                <a:spcPct val="80000"/>
              </a:lnSpc>
            </a:pPr>
            <a:r>
              <a:rPr lang="en-US" altLang="en-US" sz="3600" dirty="0"/>
              <a:t>AND, OR, XOR</a:t>
            </a:r>
          </a:p>
          <a:p>
            <a:pPr lvl="1" eaLnBrk="1" hangingPunct="1">
              <a:lnSpc>
                <a:spcPct val="80000"/>
              </a:lnSpc>
              <a:buFont typeface="Wingdings" panose="05000000000000000000" pitchFamily="2" charset="2"/>
              <a:buNone/>
            </a:pPr>
            <a:endParaRPr lang="en-US" altLang="en-US" sz="2800" dirty="0"/>
          </a:p>
          <a:p>
            <a:pPr eaLnBrk="1" hangingPunct="1">
              <a:lnSpc>
                <a:spcPct val="80000"/>
              </a:lnSpc>
            </a:pPr>
            <a:r>
              <a:rPr lang="en-US" altLang="en-US" sz="3600" dirty="0"/>
              <a:t>Example of AND operation</a:t>
            </a:r>
          </a:p>
          <a:p>
            <a:pPr lvl="3" eaLnBrk="1" hangingPunct="1">
              <a:lnSpc>
                <a:spcPct val="80000"/>
              </a:lnSpc>
              <a:buFont typeface="Wingdings" panose="05000000000000000000" pitchFamily="2" charset="2"/>
              <a:buNone/>
            </a:pPr>
            <a:endParaRPr lang="en-US" altLang="en-US" sz="3000" dirty="0"/>
          </a:p>
          <a:p>
            <a:pPr lvl="3" eaLnBrk="1" hangingPunct="1">
              <a:lnSpc>
                <a:spcPct val="80000"/>
              </a:lnSpc>
              <a:buFont typeface="Wingdings" panose="05000000000000000000" pitchFamily="2" charset="2"/>
              <a:buNone/>
            </a:pPr>
            <a:endParaRPr lang="en-US" altLang="en-US" sz="2800" dirty="0"/>
          </a:p>
          <a:p>
            <a:pPr lvl="3" eaLnBrk="1" hangingPunct="1">
              <a:lnSpc>
                <a:spcPct val="80000"/>
              </a:lnSpc>
              <a:buFont typeface="Wingdings" panose="05000000000000000000" pitchFamily="2" charset="2"/>
              <a:buNone/>
            </a:pPr>
            <a:endParaRPr lang="en-US" altLang="en-US" sz="2800" dirty="0"/>
          </a:p>
        </p:txBody>
      </p:sp>
      <p:graphicFrame>
        <p:nvGraphicFramePr>
          <p:cNvPr id="392231" name="Group 39">
            <a:extLst>
              <a:ext uri="{FF2B5EF4-FFF2-40B4-BE49-F238E27FC236}">
                <a16:creationId xmlns:a16="http://schemas.microsoft.com/office/drawing/2014/main" id="{5B26BEC9-9CF8-4715-AA59-F8DC794623E7}"/>
              </a:ext>
            </a:extLst>
          </p:cNvPr>
          <p:cNvGraphicFramePr>
            <a:graphicFrameLocks noGrp="1"/>
          </p:cNvGraphicFramePr>
          <p:nvPr/>
        </p:nvGraphicFramePr>
        <p:xfrm>
          <a:off x="4572000" y="3733800"/>
          <a:ext cx="2362200" cy="1828800"/>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4064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dirty="0">
                          <a:ln>
                            <a:noFill/>
                          </a:ln>
                          <a:solidFill>
                            <a:schemeClr val="accent1"/>
                          </a:solidFill>
                          <a:effectLst/>
                          <a:latin typeface="Arial" charset="0"/>
                          <a:cs typeface="Arial" charset="0"/>
                        </a:rPr>
                        <a:t>0</a:t>
                      </a:r>
                      <a:endParaRPr kumimoji="0" lang="en-US" sz="4000" b="1" i="0" u="none" strike="noStrike" cap="none" normalizeH="0" baseline="0" dirty="0">
                        <a:ln>
                          <a:noFill/>
                        </a:ln>
                        <a:solidFill>
                          <a:schemeClr val="accent1"/>
                        </a:solidFill>
                        <a:effectLst/>
                        <a:latin typeface="Arial" charset="0"/>
                      </a:endParaRPr>
                    </a:p>
                  </a:txBody>
                  <a:tcPr marL="0" marR="0"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dirty="0">
                          <a:ln>
                            <a:noFill/>
                          </a:ln>
                          <a:solidFill>
                            <a:schemeClr val="accent1"/>
                          </a:solidFill>
                          <a:effectLst/>
                          <a:latin typeface="Arial" charset="0"/>
                          <a:cs typeface="Arial" charset="0"/>
                        </a:rPr>
                        <a:t>1</a:t>
                      </a:r>
                      <a:endParaRPr kumimoji="0" lang="en-US" sz="4000" b="1" i="0" u="none" strike="noStrike" cap="none" normalizeH="0" baseline="0" dirty="0">
                        <a:ln>
                          <a:noFill/>
                        </a:ln>
                        <a:solidFill>
                          <a:schemeClr val="accent1"/>
                        </a:solidFill>
                        <a:effectLst/>
                        <a:latin typeface="Arial" charset="0"/>
                      </a:endParaRPr>
                    </a:p>
                  </a:txBody>
                  <a:tcPr marL="0" marR="0" marT="0" marB="0" anchor="b"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Slide Number Placeholder 4">
            <a:extLst>
              <a:ext uri="{FF2B5EF4-FFF2-40B4-BE49-F238E27FC236}">
                <a16:creationId xmlns:a16="http://schemas.microsoft.com/office/drawing/2014/main" id="{4299DBBB-CDBA-49A3-98C4-739E0E67A42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AAB3E103-4B62-40E5-8B67-66261FBBDB5C}" type="slidenum">
              <a:rPr lang="en-US" altLang="en-US" sz="1200">
                <a:latin typeface="Garamond" panose="02020404030301010803" pitchFamily="18" charset="0"/>
              </a:rPr>
              <a:pPr>
                <a:spcBef>
                  <a:spcPct val="0"/>
                </a:spcBef>
                <a:buClrTx/>
                <a:buSzTx/>
                <a:buFontTx/>
                <a:buNone/>
              </a:pPr>
              <a:t>7</a:t>
            </a:fld>
            <a:endParaRPr lang="en-US" altLang="en-US" sz="1200">
              <a:latin typeface="Garamond" panose="02020404030301010803" pitchFamily="18" charset="0"/>
            </a:endParaRPr>
          </a:p>
        </p:txBody>
      </p:sp>
      <p:sp>
        <p:nvSpPr>
          <p:cNvPr id="24580" name="Rectangle 2">
            <a:extLst>
              <a:ext uri="{FF2B5EF4-FFF2-40B4-BE49-F238E27FC236}">
                <a16:creationId xmlns:a16="http://schemas.microsoft.com/office/drawing/2014/main" id="{783B7CBB-C7C7-48EB-867B-0CCB819B5ACC}"/>
              </a:ext>
            </a:extLst>
          </p:cNvPr>
          <p:cNvSpPr>
            <a:spLocks noGrp="1" noChangeArrowheads="1"/>
          </p:cNvSpPr>
          <p:nvPr>
            <p:ph type="title"/>
          </p:nvPr>
        </p:nvSpPr>
        <p:spPr/>
        <p:txBody>
          <a:bodyPr/>
          <a:lstStyle/>
          <a:p>
            <a:pPr eaLnBrk="1" hangingPunct="1"/>
            <a:r>
              <a:rPr lang="en-US" altLang="en-US"/>
              <a:t>Binary Operations</a:t>
            </a:r>
          </a:p>
        </p:txBody>
      </p:sp>
      <p:sp>
        <p:nvSpPr>
          <p:cNvPr id="24581" name="Rectangle 3">
            <a:extLst>
              <a:ext uri="{FF2B5EF4-FFF2-40B4-BE49-F238E27FC236}">
                <a16:creationId xmlns:a16="http://schemas.microsoft.com/office/drawing/2014/main" id="{8F4C2C10-10BD-4D47-BA68-530E69058446}"/>
              </a:ext>
            </a:extLst>
          </p:cNvPr>
          <p:cNvSpPr>
            <a:spLocks noGrp="1" noChangeArrowheads="1"/>
          </p:cNvSpPr>
          <p:nvPr>
            <p:ph type="body" idx="1"/>
          </p:nvPr>
        </p:nvSpPr>
        <p:spPr/>
        <p:txBody>
          <a:bodyPr/>
          <a:lstStyle/>
          <a:p>
            <a:pPr eaLnBrk="1" hangingPunct="1"/>
            <a:r>
              <a:rPr lang="en-US" altLang="en-US" sz="3600" dirty="0"/>
              <a:t>Example of OR operation</a:t>
            </a:r>
          </a:p>
          <a:p>
            <a:pPr lvl="2" eaLnBrk="1" hangingPunct="1">
              <a:buFont typeface="Wingdings" panose="05000000000000000000" pitchFamily="2" charset="2"/>
              <a:buNone/>
            </a:pPr>
            <a:endParaRPr lang="en-US" altLang="en-US" sz="3000" dirty="0"/>
          </a:p>
          <a:p>
            <a:pPr lvl="2" eaLnBrk="1" hangingPunct="1">
              <a:buFont typeface="Wingdings" panose="05000000000000000000" pitchFamily="2" charset="2"/>
              <a:buNone/>
            </a:pPr>
            <a:endParaRPr lang="en-US" altLang="en-US" sz="2800" dirty="0"/>
          </a:p>
          <a:p>
            <a:pPr lvl="2" eaLnBrk="1" hangingPunct="1">
              <a:buFont typeface="Wingdings" panose="05000000000000000000" pitchFamily="2" charset="2"/>
              <a:buNone/>
            </a:pPr>
            <a:endParaRPr lang="en-US" altLang="en-US" sz="2700" dirty="0"/>
          </a:p>
        </p:txBody>
      </p:sp>
      <p:graphicFrame>
        <p:nvGraphicFramePr>
          <p:cNvPr id="393257" name="Group 41">
            <a:extLst>
              <a:ext uri="{FF2B5EF4-FFF2-40B4-BE49-F238E27FC236}">
                <a16:creationId xmlns:a16="http://schemas.microsoft.com/office/drawing/2014/main" id="{E4D9AD80-986B-415E-A28B-297739B5B6A8}"/>
              </a:ext>
            </a:extLst>
          </p:cNvPr>
          <p:cNvGraphicFramePr>
            <a:graphicFrameLocks noGrp="1"/>
          </p:cNvGraphicFramePr>
          <p:nvPr/>
        </p:nvGraphicFramePr>
        <p:xfrm>
          <a:off x="4267200" y="2514600"/>
          <a:ext cx="2514600" cy="1828800"/>
        </p:xfrm>
        <a:graphic>
          <a:graphicData uri="http://schemas.openxmlformats.org/drawingml/2006/table">
            <a:tbl>
              <a:tblPr/>
              <a:tblGrid>
                <a:gridCol w="628650">
                  <a:extLst>
                    <a:ext uri="{9D8B030D-6E8A-4147-A177-3AD203B41FA5}">
                      <a16:colId xmlns:a16="http://schemas.microsoft.com/office/drawing/2014/main" val="20000"/>
                    </a:ext>
                  </a:extLst>
                </a:gridCol>
                <a:gridCol w="628650">
                  <a:extLst>
                    <a:ext uri="{9D8B030D-6E8A-4147-A177-3AD203B41FA5}">
                      <a16:colId xmlns:a16="http://schemas.microsoft.com/office/drawing/2014/main" val="20001"/>
                    </a:ext>
                  </a:extLst>
                </a:gridCol>
                <a:gridCol w="628650">
                  <a:extLst>
                    <a:ext uri="{9D8B030D-6E8A-4147-A177-3AD203B41FA5}">
                      <a16:colId xmlns:a16="http://schemas.microsoft.com/office/drawing/2014/main" val="20002"/>
                    </a:ext>
                  </a:extLst>
                </a:gridCol>
                <a:gridCol w="628650">
                  <a:extLst>
                    <a:ext uri="{9D8B030D-6E8A-4147-A177-3AD203B41FA5}">
                      <a16:colId xmlns:a16="http://schemas.microsoft.com/office/drawing/2014/main" val="20003"/>
                    </a:ext>
                  </a:extLst>
                </a:gridCol>
              </a:tblGrid>
              <a:tr h="3810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Slide Number Placeholder 4">
            <a:extLst>
              <a:ext uri="{FF2B5EF4-FFF2-40B4-BE49-F238E27FC236}">
                <a16:creationId xmlns:a16="http://schemas.microsoft.com/office/drawing/2014/main" id="{F5BB4EED-EDFB-4F98-BB6A-DD6E7E71602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AD75D659-7BA8-4E44-8322-CBEF74970B23}" type="slidenum">
              <a:rPr lang="en-US" altLang="en-US" sz="1200">
                <a:latin typeface="Garamond" panose="02020404030301010803" pitchFamily="18" charset="0"/>
              </a:rPr>
              <a:pPr>
                <a:spcBef>
                  <a:spcPct val="0"/>
                </a:spcBef>
                <a:buClrTx/>
                <a:buSzTx/>
                <a:buFontTx/>
                <a:buNone/>
              </a:pPr>
              <a:t>8</a:t>
            </a:fld>
            <a:endParaRPr lang="en-US" altLang="en-US" sz="1200">
              <a:latin typeface="Garamond" panose="02020404030301010803" pitchFamily="18" charset="0"/>
            </a:endParaRPr>
          </a:p>
        </p:txBody>
      </p:sp>
      <p:sp>
        <p:nvSpPr>
          <p:cNvPr id="26628" name="Rectangle 2">
            <a:extLst>
              <a:ext uri="{FF2B5EF4-FFF2-40B4-BE49-F238E27FC236}">
                <a16:creationId xmlns:a16="http://schemas.microsoft.com/office/drawing/2014/main" id="{C827737D-D465-4F84-96A0-E8B14D9C3E81}"/>
              </a:ext>
            </a:extLst>
          </p:cNvPr>
          <p:cNvSpPr>
            <a:spLocks noGrp="1" noChangeArrowheads="1"/>
          </p:cNvSpPr>
          <p:nvPr>
            <p:ph type="title"/>
          </p:nvPr>
        </p:nvSpPr>
        <p:spPr/>
        <p:txBody>
          <a:bodyPr/>
          <a:lstStyle/>
          <a:p>
            <a:pPr eaLnBrk="1" hangingPunct="1"/>
            <a:r>
              <a:rPr lang="en-US" altLang="en-US"/>
              <a:t>Binary Operations</a:t>
            </a:r>
          </a:p>
        </p:txBody>
      </p:sp>
      <p:sp>
        <p:nvSpPr>
          <p:cNvPr id="26629" name="Rectangle 3">
            <a:extLst>
              <a:ext uri="{FF2B5EF4-FFF2-40B4-BE49-F238E27FC236}">
                <a16:creationId xmlns:a16="http://schemas.microsoft.com/office/drawing/2014/main" id="{1CB99E2D-5E8A-47E1-8251-23EEEE8B80BB}"/>
              </a:ext>
            </a:extLst>
          </p:cNvPr>
          <p:cNvSpPr>
            <a:spLocks noGrp="1" noChangeArrowheads="1"/>
          </p:cNvSpPr>
          <p:nvPr>
            <p:ph type="body" idx="1"/>
          </p:nvPr>
        </p:nvSpPr>
        <p:spPr/>
        <p:txBody>
          <a:bodyPr/>
          <a:lstStyle/>
          <a:p>
            <a:pPr eaLnBrk="1" hangingPunct="1"/>
            <a:r>
              <a:rPr lang="en-US" altLang="en-US" sz="3600" dirty="0"/>
              <a:t>Example of XOR operation</a:t>
            </a:r>
          </a:p>
          <a:p>
            <a:pPr lvl="2" eaLnBrk="1" hangingPunct="1">
              <a:buFont typeface="Wingdings" panose="05000000000000000000" pitchFamily="2" charset="2"/>
              <a:buNone/>
            </a:pPr>
            <a:endParaRPr lang="en-US" altLang="en-US" dirty="0"/>
          </a:p>
          <a:p>
            <a:pPr lvl="2" eaLnBrk="1" hangingPunct="1"/>
            <a:endParaRPr lang="en-US" altLang="en-US" dirty="0"/>
          </a:p>
          <a:p>
            <a:pPr lvl="2" eaLnBrk="1" hangingPunct="1">
              <a:buFont typeface="Wingdings" panose="05000000000000000000" pitchFamily="2" charset="2"/>
              <a:buNone/>
            </a:pPr>
            <a:endParaRPr lang="en-US" altLang="en-US" sz="3000" dirty="0"/>
          </a:p>
          <a:p>
            <a:pPr lvl="2" eaLnBrk="1" hangingPunct="1">
              <a:buFont typeface="Wingdings" panose="05000000000000000000" pitchFamily="2" charset="2"/>
              <a:buNone/>
            </a:pPr>
            <a:endParaRPr lang="en-US" altLang="en-US" sz="2700" dirty="0"/>
          </a:p>
          <a:p>
            <a:pPr lvl="2" eaLnBrk="1" hangingPunct="1"/>
            <a:endParaRPr lang="en-US" altLang="en-US" sz="2700" dirty="0"/>
          </a:p>
          <a:p>
            <a:pPr lvl="2" eaLnBrk="1" hangingPunct="1"/>
            <a:endParaRPr lang="en-US" altLang="en-US" sz="2700" dirty="0"/>
          </a:p>
          <a:p>
            <a:pPr lvl="2" eaLnBrk="1" hangingPunct="1">
              <a:buFont typeface="Wingdings" panose="05000000000000000000" pitchFamily="2" charset="2"/>
              <a:buNone/>
            </a:pPr>
            <a:endParaRPr lang="en-US" altLang="en-US" sz="2700" dirty="0"/>
          </a:p>
        </p:txBody>
      </p:sp>
      <p:graphicFrame>
        <p:nvGraphicFramePr>
          <p:cNvPr id="396329" name="Group 41">
            <a:extLst>
              <a:ext uri="{FF2B5EF4-FFF2-40B4-BE49-F238E27FC236}">
                <a16:creationId xmlns:a16="http://schemas.microsoft.com/office/drawing/2014/main" id="{212BAA05-4BB0-4E82-B98B-42D561A7F0F8}"/>
              </a:ext>
            </a:extLst>
          </p:cNvPr>
          <p:cNvGraphicFramePr>
            <a:graphicFrameLocks noGrp="1"/>
          </p:cNvGraphicFramePr>
          <p:nvPr/>
        </p:nvGraphicFramePr>
        <p:xfrm>
          <a:off x="4343400" y="2514600"/>
          <a:ext cx="2286000" cy="18288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556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556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56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1</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4000" b="1" i="0" u="none" strike="noStrike" cap="none" normalizeH="0" baseline="0">
                          <a:ln>
                            <a:noFill/>
                          </a:ln>
                          <a:solidFill>
                            <a:schemeClr val="accent1"/>
                          </a:solidFill>
                          <a:effectLst/>
                          <a:latin typeface="Arial" charset="0"/>
                          <a:cs typeface="Arial" charset="0"/>
                        </a:rPr>
                        <a:t>0</a:t>
                      </a:r>
                      <a:endParaRPr kumimoji="0" lang="en-US" sz="4000" b="1" i="0" u="none" strike="noStrike" cap="none" normalizeH="0" baseline="0">
                        <a:ln>
                          <a:noFill/>
                        </a:ln>
                        <a:solidFill>
                          <a:schemeClr val="accent1"/>
                        </a:solidFill>
                        <a:effectLst/>
                        <a:latin typeface="Arial" charset="0"/>
                      </a:endParaRPr>
                    </a:p>
                  </a:txBody>
                  <a:tcPr marL="0" marR="0" marT="0" marB="0" anchor="b"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Slide Number Placeholder 4">
            <a:extLst>
              <a:ext uri="{FF2B5EF4-FFF2-40B4-BE49-F238E27FC236}">
                <a16:creationId xmlns:a16="http://schemas.microsoft.com/office/drawing/2014/main" id="{9D9A3FA8-84C2-4532-8F5D-59D1F462684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A693C533-6851-4563-B592-31DC4EE22E04}" type="slidenum">
              <a:rPr lang="en-US" altLang="en-US" sz="1200">
                <a:latin typeface="Garamond" panose="02020404030301010803" pitchFamily="18" charset="0"/>
              </a:rPr>
              <a:pPr>
                <a:spcBef>
                  <a:spcPct val="0"/>
                </a:spcBef>
                <a:buClrTx/>
                <a:buSzTx/>
                <a:buFontTx/>
                <a:buNone/>
              </a:pPr>
              <a:t>9</a:t>
            </a:fld>
            <a:endParaRPr lang="en-US" altLang="en-US" sz="1200">
              <a:latin typeface="Garamond" panose="02020404030301010803" pitchFamily="18" charset="0"/>
            </a:endParaRPr>
          </a:p>
        </p:txBody>
      </p:sp>
      <p:sp>
        <p:nvSpPr>
          <p:cNvPr id="28676" name="Rectangle 2">
            <a:extLst>
              <a:ext uri="{FF2B5EF4-FFF2-40B4-BE49-F238E27FC236}">
                <a16:creationId xmlns:a16="http://schemas.microsoft.com/office/drawing/2014/main" id="{80A63A5B-F0A4-4A8B-9D26-8061FB7015C1}"/>
              </a:ext>
            </a:extLst>
          </p:cNvPr>
          <p:cNvSpPr>
            <a:spLocks noGrp="1" noChangeArrowheads="1"/>
          </p:cNvSpPr>
          <p:nvPr>
            <p:ph type="title"/>
          </p:nvPr>
        </p:nvSpPr>
        <p:spPr/>
        <p:txBody>
          <a:bodyPr/>
          <a:lstStyle/>
          <a:p>
            <a:pPr eaLnBrk="1" hangingPunct="1"/>
            <a:r>
              <a:rPr lang="en-US" altLang="en-US"/>
              <a:t>Binary Operations</a:t>
            </a:r>
          </a:p>
        </p:txBody>
      </p:sp>
      <p:sp>
        <p:nvSpPr>
          <p:cNvPr id="28677" name="Rectangle 3">
            <a:extLst>
              <a:ext uri="{FF2B5EF4-FFF2-40B4-BE49-F238E27FC236}">
                <a16:creationId xmlns:a16="http://schemas.microsoft.com/office/drawing/2014/main" id="{AC6B733D-323C-409A-A7AC-2C12958761D1}"/>
              </a:ext>
            </a:extLst>
          </p:cNvPr>
          <p:cNvSpPr>
            <a:spLocks noGrp="1" noChangeArrowheads="1"/>
          </p:cNvSpPr>
          <p:nvPr>
            <p:ph type="body" idx="1"/>
          </p:nvPr>
        </p:nvSpPr>
        <p:spPr/>
        <p:txBody>
          <a:bodyPr>
            <a:normAutofit/>
          </a:bodyPr>
          <a:lstStyle/>
          <a:p>
            <a:pPr eaLnBrk="1" hangingPunct="1"/>
            <a:r>
              <a:rPr lang="en-US" altLang="en-US" sz="3600" dirty="0"/>
              <a:t>XOR </a:t>
            </a:r>
            <a:r>
              <a:rPr lang="en-US" altLang="en-US" sz="4000" dirty="0"/>
              <a:t>only reversible binary operation </a:t>
            </a:r>
          </a:p>
          <a:p>
            <a:pPr lvl="1" eaLnBrk="1" hangingPunct="1"/>
            <a:r>
              <a:rPr lang="en-US" altLang="en-US" sz="3600" dirty="0"/>
              <a:t>Convert plain text to ASCII</a:t>
            </a:r>
          </a:p>
          <a:p>
            <a:pPr lvl="1" eaLnBrk="1" hangingPunct="1"/>
            <a:endParaRPr lang="en-US" altLang="en-US" sz="3600" dirty="0"/>
          </a:p>
          <a:p>
            <a:pPr lvl="2" eaLnBrk="1" hangingPunct="1">
              <a:buFont typeface="Wingdings" panose="05000000000000000000" pitchFamily="2" charset="2"/>
              <a:buNone/>
            </a:pPr>
            <a:r>
              <a:rPr lang="en-US" altLang="en-US" sz="3200" dirty="0"/>
              <a:t>A DOG = 065 032 068 079 071</a:t>
            </a:r>
          </a:p>
          <a:p>
            <a:pPr lvl="2" eaLnBrk="1" hangingPunct="1"/>
            <a:endParaRPr lang="en-US" altLang="en-US" sz="3200" dirty="0"/>
          </a:p>
          <a:p>
            <a:pPr lvl="1" eaLnBrk="1" hangingPunct="1"/>
            <a:r>
              <a:rPr lang="en-US" altLang="en-US" sz="3600" dirty="0"/>
              <a:t>Then, convert ASCII to binary</a:t>
            </a:r>
          </a:p>
          <a:p>
            <a:pPr lvl="1" eaLnBrk="1" hangingPunct="1"/>
            <a:endParaRPr lang="en-US" altLang="en-US" sz="3600" dirty="0"/>
          </a:p>
          <a:p>
            <a:pPr lvl="2" eaLnBrk="1" hangingPunct="1">
              <a:buFont typeface="Wingdings" panose="05000000000000000000" pitchFamily="2" charset="2"/>
              <a:buNone/>
            </a:pPr>
            <a:r>
              <a:rPr lang="en-US" altLang="en-US" sz="3200" dirty="0"/>
              <a:t>0100 0001, 0100 0100, 0100 1111, 0100 0111</a:t>
            </a:r>
          </a:p>
          <a:p>
            <a:pPr lvl="2" eaLnBrk="1" hangingPunct="1">
              <a:buFont typeface="Wingdings" panose="05000000000000000000" pitchFamily="2" charset="2"/>
              <a:buNone/>
            </a:pPr>
            <a:endParaRPr lang="en-US" altLang="en-US" sz="3200" dirty="0"/>
          </a:p>
          <a:p>
            <a:pPr lvl="2" eaLnBrk="1" hangingPunct="1"/>
            <a:endParaRPr lang="en-US" alt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Slide Number Placeholder 4">
            <a:extLst>
              <a:ext uri="{FF2B5EF4-FFF2-40B4-BE49-F238E27FC236}">
                <a16:creationId xmlns:a16="http://schemas.microsoft.com/office/drawing/2014/main" id="{614B3390-9328-41BF-AD80-2912BA440D1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1FA5BFEC-D70D-458E-80E1-74F8BDB47742}" type="slidenum">
              <a:rPr lang="en-US" altLang="en-US" sz="1200">
                <a:latin typeface="Garamond" panose="02020404030301010803" pitchFamily="18" charset="0"/>
              </a:rPr>
              <a:pPr>
                <a:spcBef>
                  <a:spcPct val="0"/>
                </a:spcBef>
                <a:buClrTx/>
                <a:buSzTx/>
                <a:buFontTx/>
                <a:buNone/>
              </a:pPr>
              <a:t>10</a:t>
            </a:fld>
            <a:endParaRPr lang="en-US" altLang="en-US" sz="1200">
              <a:latin typeface="Garamond" panose="02020404030301010803" pitchFamily="18" charset="0"/>
            </a:endParaRPr>
          </a:p>
        </p:txBody>
      </p:sp>
      <p:sp>
        <p:nvSpPr>
          <p:cNvPr id="30724" name="Rectangle 2">
            <a:extLst>
              <a:ext uri="{FF2B5EF4-FFF2-40B4-BE49-F238E27FC236}">
                <a16:creationId xmlns:a16="http://schemas.microsoft.com/office/drawing/2014/main" id="{6BDBD904-6C26-4CF3-B01E-D9DAE181899E}"/>
              </a:ext>
            </a:extLst>
          </p:cNvPr>
          <p:cNvSpPr>
            <a:spLocks noGrp="1" noChangeArrowheads="1"/>
          </p:cNvSpPr>
          <p:nvPr>
            <p:ph type="title"/>
          </p:nvPr>
        </p:nvSpPr>
        <p:spPr/>
        <p:txBody>
          <a:bodyPr/>
          <a:lstStyle/>
          <a:p>
            <a:pPr eaLnBrk="1" hangingPunct="1"/>
            <a:r>
              <a:rPr lang="en-US" altLang="en-US"/>
              <a:t>Binary Operations</a:t>
            </a:r>
          </a:p>
        </p:txBody>
      </p:sp>
      <p:sp>
        <p:nvSpPr>
          <p:cNvPr id="30725" name="Rectangle 3">
            <a:extLst>
              <a:ext uri="{FF2B5EF4-FFF2-40B4-BE49-F238E27FC236}">
                <a16:creationId xmlns:a16="http://schemas.microsoft.com/office/drawing/2014/main" id="{BE459991-639F-4408-8244-76ABE321402A}"/>
              </a:ext>
            </a:extLst>
          </p:cNvPr>
          <p:cNvSpPr>
            <a:spLocks noGrp="1" noChangeArrowheads="1"/>
          </p:cNvSpPr>
          <p:nvPr>
            <p:ph type="body" idx="1"/>
          </p:nvPr>
        </p:nvSpPr>
        <p:spPr/>
        <p:txBody>
          <a:bodyPr>
            <a:normAutofit/>
          </a:bodyPr>
          <a:lstStyle/>
          <a:p>
            <a:pPr eaLnBrk="1" hangingPunct="1"/>
            <a:r>
              <a:rPr lang="en-US" altLang="en-US" sz="4000" dirty="0"/>
              <a:t>XOR the ASCII</a:t>
            </a:r>
          </a:p>
          <a:p>
            <a:pPr lvl="1" eaLnBrk="1" hangingPunct="1"/>
            <a:endParaRPr lang="en-US" altLang="en-US" sz="3600" dirty="0"/>
          </a:p>
          <a:p>
            <a:pPr lvl="2" eaLnBrk="1" hangingPunct="1">
              <a:buFont typeface="Wingdings" panose="05000000000000000000" pitchFamily="2" charset="2"/>
              <a:buNone/>
            </a:pPr>
            <a:r>
              <a:rPr lang="en-US" altLang="en-US" sz="3200" dirty="0"/>
              <a:t>0100 0001, 0100 0100, 0100 1111, 0100 0111</a:t>
            </a:r>
          </a:p>
          <a:p>
            <a:pPr lvl="2" eaLnBrk="1" hangingPunct="1">
              <a:buFont typeface="Wingdings" panose="05000000000000000000" pitchFamily="2" charset="2"/>
              <a:buNone/>
            </a:pPr>
            <a:r>
              <a:rPr lang="en-US" altLang="en-US" sz="3200" u="sng" dirty="0"/>
              <a:t>1111 0111, 1111 0111, 1111 0111, 1111 0111</a:t>
            </a:r>
          </a:p>
          <a:p>
            <a:pPr lvl="2" eaLnBrk="1" hangingPunct="1">
              <a:buFont typeface="Wingdings" panose="05000000000000000000" pitchFamily="2" charset="2"/>
              <a:buNone/>
            </a:pPr>
            <a:r>
              <a:rPr lang="en-US" altLang="en-US" sz="3200" dirty="0"/>
              <a:t>1011 0110, 1011 0011, 1011 1000, 1011 0000</a:t>
            </a:r>
          </a:p>
          <a:p>
            <a:pPr lvl="1" eaLnBrk="1" hangingPunct="1"/>
            <a:endParaRPr lang="en-US" altLang="en-US" sz="3600" dirty="0"/>
          </a:p>
          <a:p>
            <a:pPr eaLnBrk="1" hangingPunct="1"/>
            <a:r>
              <a:rPr lang="en-US" altLang="en-US" sz="4000" dirty="0"/>
              <a:t>Result is cipher text.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Slide Number Placeholder 4">
            <a:extLst>
              <a:ext uri="{FF2B5EF4-FFF2-40B4-BE49-F238E27FC236}">
                <a16:creationId xmlns:a16="http://schemas.microsoft.com/office/drawing/2014/main" id="{8E029D73-2157-4085-9DD6-A7A23DFCD56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59EF142A-BC38-4988-9452-FA4AAA29DA36}" type="slidenum">
              <a:rPr lang="en-US" altLang="en-US" sz="1200">
                <a:latin typeface="Garamond" panose="02020404030301010803" pitchFamily="18" charset="0"/>
              </a:rPr>
              <a:pPr>
                <a:spcBef>
                  <a:spcPct val="0"/>
                </a:spcBef>
                <a:buClrTx/>
                <a:buSzTx/>
                <a:buFontTx/>
                <a:buNone/>
              </a:pPr>
              <a:t>11</a:t>
            </a:fld>
            <a:endParaRPr lang="en-US" altLang="en-US" sz="1200">
              <a:latin typeface="Garamond" panose="02020404030301010803" pitchFamily="18" charset="0"/>
            </a:endParaRPr>
          </a:p>
        </p:txBody>
      </p:sp>
      <p:sp>
        <p:nvSpPr>
          <p:cNvPr id="32772" name="Rectangle 2">
            <a:extLst>
              <a:ext uri="{FF2B5EF4-FFF2-40B4-BE49-F238E27FC236}">
                <a16:creationId xmlns:a16="http://schemas.microsoft.com/office/drawing/2014/main" id="{21847D41-E6C2-4C86-8E4C-7B7D69EE34ED}"/>
              </a:ext>
            </a:extLst>
          </p:cNvPr>
          <p:cNvSpPr>
            <a:spLocks noGrp="1" noChangeArrowheads="1"/>
          </p:cNvSpPr>
          <p:nvPr>
            <p:ph type="title"/>
          </p:nvPr>
        </p:nvSpPr>
        <p:spPr/>
        <p:txBody>
          <a:bodyPr/>
          <a:lstStyle/>
          <a:p>
            <a:pPr eaLnBrk="1" hangingPunct="1"/>
            <a:r>
              <a:rPr lang="en-US" altLang="en-US"/>
              <a:t>Cryptography Terms</a:t>
            </a:r>
          </a:p>
        </p:txBody>
      </p:sp>
      <p:sp>
        <p:nvSpPr>
          <p:cNvPr id="32773" name="Rectangle 3">
            <a:extLst>
              <a:ext uri="{FF2B5EF4-FFF2-40B4-BE49-F238E27FC236}">
                <a16:creationId xmlns:a16="http://schemas.microsoft.com/office/drawing/2014/main" id="{36EFD840-E111-4FBD-9FE4-AED9D70F596C}"/>
              </a:ext>
            </a:extLst>
          </p:cNvPr>
          <p:cNvSpPr>
            <a:spLocks noGrp="1" noChangeArrowheads="1"/>
          </p:cNvSpPr>
          <p:nvPr>
            <p:ph type="body" idx="1"/>
          </p:nvPr>
        </p:nvSpPr>
        <p:spPr/>
        <p:txBody>
          <a:bodyPr/>
          <a:lstStyle/>
          <a:p>
            <a:pPr eaLnBrk="1" hangingPunct="1"/>
            <a:r>
              <a:rPr lang="en-US" altLang="en-US" sz="3200"/>
              <a:t>Key: The bits that are combined with the plain text to encrypt it. In some cases this is random numbers; in other cases it is the result of some mathematical operation.</a:t>
            </a:r>
          </a:p>
          <a:p>
            <a:pPr eaLnBrk="1" hangingPunct="1"/>
            <a:r>
              <a:rPr lang="en-US" altLang="en-US" sz="3200"/>
              <a:t>Plain text: The unencrypted text.</a:t>
            </a:r>
          </a:p>
          <a:p>
            <a:pPr eaLnBrk="1" hangingPunct="1"/>
            <a:r>
              <a:rPr lang="en-US" altLang="en-US" sz="3200"/>
              <a:t>Cipher text: The encrypted text.</a:t>
            </a:r>
          </a:p>
          <a:p>
            <a:pPr eaLnBrk="1" hangingPunct="1"/>
            <a:r>
              <a:rPr lang="en-US" altLang="en-US" sz="3200"/>
              <a:t>Algorithm:   A mathematical process for doing something.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CB9F987B-5FD1-4A1B-B40F-C77A59F2BBB2}"/>
              </a:ext>
            </a:extLst>
          </p:cNvPr>
          <p:cNvSpPr>
            <a:spLocks noGrp="1"/>
          </p:cNvSpPr>
          <p:nvPr>
            <p:ph type="title"/>
          </p:nvPr>
        </p:nvSpPr>
        <p:spPr/>
        <p:txBody>
          <a:bodyPr/>
          <a:lstStyle/>
          <a:p>
            <a:r>
              <a:rPr lang="en-US" altLang="en-US"/>
              <a:t>Hash</a:t>
            </a:r>
          </a:p>
        </p:txBody>
      </p:sp>
      <p:sp>
        <p:nvSpPr>
          <p:cNvPr id="62467" name="Content Placeholder 2">
            <a:extLst>
              <a:ext uri="{FF2B5EF4-FFF2-40B4-BE49-F238E27FC236}">
                <a16:creationId xmlns:a16="http://schemas.microsoft.com/office/drawing/2014/main" id="{985DF9BD-9BEE-485E-91B5-35245A041473}"/>
              </a:ext>
            </a:extLst>
          </p:cNvPr>
          <p:cNvSpPr>
            <a:spLocks noGrp="1"/>
          </p:cNvSpPr>
          <p:nvPr>
            <p:ph idx="1"/>
          </p:nvPr>
        </p:nvSpPr>
        <p:spPr/>
        <p:txBody>
          <a:bodyPr/>
          <a:lstStyle/>
          <a:p>
            <a:r>
              <a:rPr lang="en-US" altLang="en-US" dirty="0"/>
              <a:t> Hashing is a type of cryptographic algorithm that has some specific characteristics. </a:t>
            </a:r>
          </a:p>
          <a:p>
            <a:r>
              <a:rPr lang="en-US" altLang="en-US" dirty="0"/>
              <a:t>First and foremost it is one way. </a:t>
            </a:r>
          </a:p>
          <a:p>
            <a:pPr lvl="1"/>
            <a:r>
              <a:rPr lang="en-US" altLang="en-US" dirty="0"/>
              <a:t>That means you cannot "</a:t>
            </a:r>
            <a:r>
              <a:rPr lang="en-US" altLang="en-US" dirty="0" err="1"/>
              <a:t>unhash</a:t>
            </a:r>
            <a:r>
              <a:rPr lang="en-US" altLang="en-US" dirty="0"/>
              <a:t>" something. </a:t>
            </a:r>
          </a:p>
          <a:p>
            <a:r>
              <a:rPr lang="en-US" altLang="en-US" dirty="0"/>
              <a:t>The second characteristic is that you get a fixed-length output no matter what input is given. </a:t>
            </a:r>
          </a:p>
          <a:p>
            <a:r>
              <a:rPr lang="en-US" altLang="en-US" dirty="0"/>
              <a:t>Finally, it should have few or no collisions. </a:t>
            </a:r>
          </a:p>
          <a:p>
            <a:pPr lvl="1"/>
            <a:r>
              <a:rPr lang="en-US" altLang="en-US" dirty="0"/>
              <a:t>A collision is when two different inputs provide the same output.</a:t>
            </a:r>
          </a:p>
        </p:txBody>
      </p:sp>
      <p:sp>
        <p:nvSpPr>
          <p:cNvPr id="62469" name="Slide Number Placeholder 4">
            <a:extLst>
              <a:ext uri="{FF2B5EF4-FFF2-40B4-BE49-F238E27FC236}">
                <a16:creationId xmlns:a16="http://schemas.microsoft.com/office/drawing/2014/main" id="{1A6CFBDA-1179-4624-9D04-196AD0E50E3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0F3B55B5-933E-4769-8FE0-56BF76FC4FDD}" type="slidenum">
              <a:rPr lang="en-US" altLang="en-US" sz="1200">
                <a:latin typeface="Garamond" panose="02020404030301010803" pitchFamily="18" charset="0"/>
              </a:rPr>
              <a:pPr>
                <a:spcBef>
                  <a:spcPct val="0"/>
                </a:spcBef>
                <a:buClrTx/>
                <a:buSzTx/>
                <a:buFontTx/>
                <a:buNone/>
              </a:pPr>
              <a:t>12</a:t>
            </a:fld>
            <a:endParaRPr lang="en-US" altLang="en-US" sz="1200">
              <a:latin typeface="Garamond" panose="020204040303010108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2FB1C339-B48F-418F-BC1E-49D54125595B}"/>
              </a:ext>
            </a:extLst>
          </p:cNvPr>
          <p:cNvSpPr>
            <a:spLocks noGrp="1"/>
          </p:cNvSpPr>
          <p:nvPr>
            <p:ph type="title"/>
          </p:nvPr>
        </p:nvSpPr>
        <p:spPr/>
        <p:txBody>
          <a:bodyPr/>
          <a:lstStyle/>
          <a:p>
            <a:r>
              <a:rPr lang="en-US" altLang="en-US"/>
              <a:t>Hash – cont.</a:t>
            </a:r>
          </a:p>
        </p:txBody>
      </p:sp>
      <p:sp>
        <p:nvSpPr>
          <p:cNvPr id="63491" name="Content Placeholder 2">
            <a:extLst>
              <a:ext uri="{FF2B5EF4-FFF2-40B4-BE49-F238E27FC236}">
                <a16:creationId xmlns:a16="http://schemas.microsoft.com/office/drawing/2014/main" id="{DCDAA14D-2EF3-4B4D-94C9-11CAAF880486}"/>
              </a:ext>
            </a:extLst>
          </p:cNvPr>
          <p:cNvSpPr>
            <a:spLocks noGrp="1"/>
          </p:cNvSpPr>
          <p:nvPr>
            <p:ph idx="1"/>
          </p:nvPr>
        </p:nvSpPr>
        <p:spPr/>
        <p:txBody>
          <a:bodyPr/>
          <a:lstStyle/>
          <a:p>
            <a:r>
              <a:rPr lang="en-US" altLang="en-US"/>
              <a:t>MD5</a:t>
            </a:r>
          </a:p>
          <a:p>
            <a:r>
              <a:rPr lang="en-US" altLang="en-US"/>
              <a:t>SHA1</a:t>
            </a:r>
          </a:p>
          <a:p>
            <a:r>
              <a:rPr lang="en-US" altLang="en-US"/>
              <a:t>SHA2</a:t>
            </a:r>
          </a:p>
          <a:p>
            <a:r>
              <a:rPr lang="en-US" altLang="en-US"/>
              <a:t>SHA3</a:t>
            </a:r>
          </a:p>
        </p:txBody>
      </p:sp>
      <p:sp>
        <p:nvSpPr>
          <p:cNvPr id="63493" name="Slide Number Placeholder 4">
            <a:extLst>
              <a:ext uri="{FF2B5EF4-FFF2-40B4-BE49-F238E27FC236}">
                <a16:creationId xmlns:a16="http://schemas.microsoft.com/office/drawing/2014/main" id="{8E541A87-4072-41A6-8CF7-84657B2EB21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accent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accent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accent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accent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Arial" panose="020B0604020202020204" pitchFamily="34" charset="0"/>
              </a:defRPr>
            </a:lvl9pPr>
          </a:lstStyle>
          <a:p>
            <a:pPr>
              <a:spcBef>
                <a:spcPct val="0"/>
              </a:spcBef>
              <a:buClrTx/>
              <a:buSzTx/>
              <a:buFontTx/>
              <a:buNone/>
            </a:pPr>
            <a:fld id="{B8D10660-2B90-45D5-B21E-498995952D9B}" type="slidenum">
              <a:rPr lang="en-US" altLang="en-US" sz="1200">
                <a:latin typeface="Garamond" panose="02020404030301010803" pitchFamily="18" charset="0"/>
              </a:rPr>
              <a:pPr>
                <a:spcBef>
                  <a:spcPct val="0"/>
                </a:spcBef>
                <a:buClrTx/>
                <a:buSzTx/>
                <a:buFontTx/>
                <a:buNone/>
              </a:pPr>
              <a:t>13</a:t>
            </a:fld>
            <a:endParaRPr lang="en-US" altLang="en-US" sz="1200">
              <a:latin typeface="Garamond" panose="020204040303010108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88D039EF-86DA-4FB9-81D9-904B4308BCC3}"/>
              </a:ext>
            </a:extLst>
          </p:cNvPr>
          <p:cNvSpPr>
            <a:spLocks noGrp="1"/>
          </p:cNvSpPr>
          <p:nvPr>
            <p:ph type="title"/>
          </p:nvPr>
        </p:nvSpPr>
        <p:spPr/>
        <p:txBody>
          <a:bodyPr/>
          <a:lstStyle/>
          <a:p>
            <a:r>
              <a:rPr lang="en-US" altLang="en-US" sz="4000"/>
              <a:t>VERY Simple Illustration of Rainbow Tables</a:t>
            </a:r>
          </a:p>
        </p:txBody>
      </p:sp>
      <p:graphicFrame>
        <p:nvGraphicFramePr>
          <p:cNvPr id="5" name="Content Placeholder 4">
            <a:extLst>
              <a:ext uri="{FF2B5EF4-FFF2-40B4-BE49-F238E27FC236}">
                <a16:creationId xmlns:a16="http://schemas.microsoft.com/office/drawing/2014/main" id="{60627974-7CD9-4C02-964A-9014949E8139}"/>
              </a:ext>
            </a:extLst>
          </p:cNvPr>
          <p:cNvGraphicFramePr>
            <a:graphicFrameLocks noGrp="1"/>
          </p:cNvGraphicFramePr>
          <p:nvPr>
            <p:ph idx="1"/>
            <p:extLst>
              <p:ext uri="{D42A27DB-BD31-4B8C-83A1-F6EECF244321}">
                <p14:modId xmlns:p14="http://schemas.microsoft.com/office/powerpoint/2010/main" val="2183795060"/>
              </p:ext>
            </p:extLst>
          </p:nvPr>
        </p:nvGraphicFramePr>
        <p:xfrm>
          <a:off x="754144" y="1728336"/>
          <a:ext cx="4977352" cy="3889941"/>
        </p:xfrm>
        <a:graphic>
          <a:graphicData uri="http://schemas.openxmlformats.org/drawingml/2006/table">
            <a:tbl>
              <a:tblPr firstRow="1" bandRow="1">
                <a:tableStyleId>{5C22544A-7EE6-4342-B048-85BDC9FD1C3A}</a:tableStyleId>
              </a:tblPr>
              <a:tblGrid>
                <a:gridCol w="1374277">
                  <a:extLst>
                    <a:ext uri="{9D8B030D-6E8A-4147-A177-3AD203B41FA5}">
                      <a16:colId xmlns:a16="http://schemas.microsoft.com/office/drawing/2014/main" val="20000"/>
                    </a:ext>
                  </a:extLst>
                </a:gridCol>
                <a:gridCol w="3603075">
                  <a:extLst>
                    <a:ext uri="{9D8B030D-6E8A-4147-A177-3AD203B41FA5}">
                      <a16:colId xmlns:a16="http://schemas.microsoft.com/office/drawing/2014/main" val="20001"/>
                    </a:ext>
                  </a:extLst>
                </a:gridCol>
              </a:tblGrid>
              <a:tr h="463239">
                <a:tc>
                  <a:txBody>
                    <a:bodyPr/>
                    <a:lstStyle/>
                    <a:p>
                      <a:r>
                        <a:rPr lang="en-US" sz="1500" dirty="0"/>
                        <a:t>Password</a:t>
                      </a:r>
                    </a:p>
                  </a:txBody>
                  <a:tcPr marL="114018" marR="114018" marT="57020" marB="57020"/>
                </a:tc>
                <a:tc>
                  <a:txBody>
                    <a:bodyPr/>
                    <a:lstStyle/>
                    <a:p>
                      <a:r>
                        <a:rPr lang="en-US" sz="1500" dirty="0"/>
                        <a:t>MD5</a:t>
                      </a:r>
                      <a:r>
                        <a:rPr lang="en-US" sz="1500" baseline="0" dirty="0"/>
                        <a:t> Hash (in Hex)</a:t>
                      </a:r>
                      <a:endParaRPr lang="en-US" sz="1500" dirty="0"/>
                    </a:p>
                  </a:txBody>
                  <a:tcPr marL="114018" marR="114018" marT="57020" marB="57020"/>
                </a:tc>
                <a:extLst>
                  <a:ext uri="{0D108BD9-81ED-4DB2-BD59-A6C34878D82A}">
                    <a16:rowId xmlns:a16="http://schemas.microsoft.com/office/drawing/2014/main" val="10000"/>
                  </a:ext>
                </a:extLst>
              </a:tr>
              <a:tr h="571117">
                <a:tc>
                  <a:txBody>
                    <a:bodyPr/>
                    <a:lstStyle/>
                    <a:p>
                      <a:r>
                        <a:rPr lang="en-US" sz="1500" dirty="0" err="1"/>
                        <a:t>aaaa</a:t>
                      </a:r>
                      <a:endParaRPr lang="en-US" sz="1500" dirty="0"/>
                    </a:p>
                  </a:txBody>
                  <a:tcPr marL="114018" marR="114018" marT="57020" marB="57020"/>
                </a:tc>
                <a:tc>
                  <a:txBody>
                    <a:bodyPr/>
                    <a:lstStyle/>
                    <a:p>
                      <a:r>
                        <a:rPr lang="en-US" sz="1500" b="0" dirty="0"/>
                        <a:t>74b87337454200d4d33f80c4663dc5e5</a:t>
                      </a:r>
                    </a:p>
                  </a:txBody>
                  <a:tcPr marL="114018" marR="114018" marT="57020" marB="57020"/>
                </a:tc>
                <a:extLst>
                  <a:ext uri="{0D108BD9-81ED-4DB2-BD59-A6C34878D82A}">
                    <a16:rowId xmlns:a16="http://schemas.microsoft.com/office/drawing/2014/main" val="10001"/>
                  </a:ext>
                </a:extLst>
              </a:tr>
              <a:tr h="571117">
                <a:tc>
                  <a:txBody>
                    <a:bodyPr/>
                    <a:lstStyle/>
                    <a:p>
                      <a:r>
                        <a:rPr lang="en-US" sz="1500" dirty="0" err="1"/>
                        <a:t>aaab</a:t>
                      </a:r>
                      <a:endParaRPr lang="en-US" sz="1500" dirty="0"/>
                    </a:p>
                  </a:txBody>
                  <a:tcPr marL="114018" marR="114018" marT="57020" marB="57020"/>
                </a:tc>
                <a:tc>
                  <a:txBody>
                    <a:bodyPr/>
                    <a:lstStyle/>
                    <a:p>
                      <a:r>
                        <a:rPr lang="en-US" sz="1500" dirty="0"/>
                        <a:t>4c189b020ceb022e0ecc42482802e2b8</a:t>
                      </a:r>
                    </a:p>
                  </a:txBody>
                  <a:tcPr marL="114018" marR="114018" marT="57020" marB="57020"/>
                </a:tc>
                <a:extLst>
                  <a:ext uri="{0D108BD9-81ED-4DB2-BD59-A6C34878D82A}">
                    <a16:rowId xmlns:a16="http://schemas.microsoft.com/office/drawing/2014/main" val="10002"/>
                  </a:ext>
                </a:extLst>
              </a:tr>
              <a:tr h="571117">
                <a:tc>
                  <a:txBody>
                    <a:bodyPr/>
                    <a:lstStyle/>
                    <a:p>
                      <a:r>
                        <a:rPr lang="en-US" sz="1500" dirty="0" err="1"/>
                        <a:t>aaac</a:t>
                      </a:r>
                      <a:endParaRPr lang="en-US" sz="1500" dirty="0"/>
                    </a:p>
                  </a:txBody>
                  <a:tcPr marL="114018" marR="114018" marT="57020" marB="57020"/>
                </a:tc>
                <a:tc>
                  <a:txBody>
                    <a:bodyPr/>
                    <a:lstStyle/>
                    <a:p>
                      <a:r>
                        <a:rPr lang="en-US" sz="1500" dirty="0"/>
                        <a:t>3963a2ba65ac8eb1c6e2140460031925</a:t>
                      </a:r>
                    </a:p>
                  </a:txBody>
                  <a:tcPr marL="114018" marR="114018" marT="57020" marB="57020"/>
                </a:tc>
                <a:extLst>
                  <a:ext uri="{0D108BD9-81ED-4DB2-BD59-A6C34878D82A}">
                    <a16:rowId xmlns:a16="http://schemas.microsoft.com/office/drawing/2014/main" val="10003"/>
                  </a:ext>
                </a:extLst>
              </a:tr>
              <a:tr h="571117">
                <a:tc>
                  <a:txBody>
                    <a:bodyPr/>
                    <a:lstStyle/>
                    <a:p>
                      <a:r>
                        <a:rPr lang="en-US" sz="1500" dirty="0"/>
                        <a:t>aaa1</a:t>
                      </a:r>
                    </a:p>
                  </a:txBody>
                  <a:tcPr marL="114018" marR="114018" marT="57020" marB="57020"/>
                </a:tc>
                <a:tc>
                  <a:txBody>
                    <a:bodyPr/>
                    <a:lstStyle/>
                    <a:p>
                      <a:r>
                        <a:rPr lang="en-US" sz="1500" dirty="0"/>
                        <a:t>39dc4f1ee693e5adabddd872247e451f</a:t>
                      </a:r>
                    </a:p>
                  </a:txBody>
                  <a:tcPr marL="114018" marR="114018" marT="57020" marB="57020"/>
                </a:tc>
                <a:extLst>
                  <a:ext uri="{0D108BD9-81ED-4DB2-BD59-A6C34878D82A}">
                    <a16:rowId xmlns:a16="http://schemas.microsoft.com/office/drawing/2014/main" val="10004"/>
                  </a:ext>
                </a:extLst>
              </a:tr>
              <a:tr h="571117">
                <a:tc>
                  <a:txBody>
                    <a:bodyPr/>
                    <a:lstStyle/>
                    <a:p>
                      <a:r>
                        <a:rPr lang="en-US" sz="1500" dirty="0"/>
                        <a:t>aaa2</a:t>
                      </a:r>
                    </a:p>
                  </a:txBody>
                  <a:tcPr marL="114018" marR="114018" marT="57020" marB="57020"/>
                </a:tc>
                <a:tc>
                  <a:txBody>
                    <a:bodyPr/>
                    <a:lstStyle/>
                    <a:p>
                      <a:r>
                        <a:rPr lang="en-US" sz="1500" dirty="0"/>
                        <a:t>0ad346c93c16e85e2cb117ff1fcfada3</a:t>
                      </a:r>
                    </a:p>
                  </a:txBody>
                  <a:tcPr marL="114018" marR="114018" marT="57020" marB="57020"/>
                </a:tc>
                <a:extLst>
                  <a:ext uri="{0D108BD9-81ED-4DB2-BD59-A6C34878D82A}">
                    <a16:rowId xmlns:a16="http://schemas.microsoft.com/office/drawing/2014/main" val="10005"/>
                  </a:ext>
                </a:extLst>
              </a:tr>
              <a:tr h="571117">
                <a:tc>
                  <a:txBody>
                    <a:bodyPr/>
                    <a:lstStyle/>
                    <a:p>
                      <a:r>
                        <a:rPr lang="en-US" sz="1500" dirty="0"/>
                        <a:t>aaa4</a:t>
                      </a:r>
                    </a:p>
                  </a:txBody>
                  <a:tcPr marL="114018" marR="114018" marT="57020" marB="57020"/>
                </a:tc>
                <a:tc>
                  <a:txBody>
                    <a:bodyPr/>
                    <a:lstStyle/>
                    <a:p>
                      <a:r>
                        <a:rPr lang="en-US" sz="1500" dirty="0"/>
                        <a:t>ee93fca7c150d9c548aff721c87d0986</a:t>
                      </a:r>
                    </a:p>
                  </a:txBody>
                  <a:tcPr marL="114018" marR="114018" marT="57020" marB="57020"/>
                </a:tc>
                <a:extLst>
                  <a:ext uri="{0D108BD9-81ED-4DB2-BD59-A6C34878D82A}">
                    <a16:rowId xmlns:a16="http://schemas.microsoft.com/office/drawing/2014/main" val="10006"/>
                  </a:ext>
                </a:extLst>
              </a:tr>
            </a:tbl>
          </a:graphicData>
        </a:graphic>
      </p:graphicFrame>
      <p:sp>
        <p:nvSpPr>
          <p:cNvPr id="64541" name="Slide Number Placeholder 3">
            <a:extLst>
              <a:ext uri="{FF2B5EF4-FFF2-40B4-BE49-F238E27FC236}">
                <a16:creationId xmlns:a16="http://schemas.microsoft.com/office/drawing/2014/main" id="{10F6A986-3E31-446A-B5AD-80894DFB13C4}"/>
              </a:ext>
            </a:extLst>
          </p:cNvPr>
          <p:cNvSpPr>
            <a:spLocks noGrp="1"/>
          </p:cNvSpPr>
          <p:nvPr>
            <p:ph type="sldNum" sz="quarter" idx="11"/>
          </p:nvPr>
        </p:nvSpPr>
        <p:spPr>
          <a:xfrm>
            <a:off x="152400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fld id="{9B35E6F0-039A-4A1B-A6DC-DC712D5E7D0B}" type="slidenum">
              <a:rPr lang="en-US" altLang="en-US"/>
              <a:pPr algn="ctr"/>
              <a:t>14</a:t>
            </a:fld>
            <a:endParaRPr lang="en-US" altLang="en-US"/>
          </a:p>
        </p:txBody>
      </p:sp>
      <p:graphicFrame>
        <p:nvGraphicFramePr>
          <p:cNvPr id="6" name="Content Placeholder 4">
            <a:extLst>
              <a:ext uri="{FF2B5EF4-FFF2-40B4-BE49-F238E27FC236}">
                <a16:creationId xmlns:a16="http://schemas.microsoft.com/office/drawing/2014/main" id="{D806D86B-A46D-4488-92E2-0152EE62FD02}"/>
              </a:ext>
            </a:extLst>
          </p:cNvPr>
          <p:cNvGraphicFramePr>
            <a:graphicFrameLocks/>
          </p:cNvGraphicFramePr>
          <p:nvPr>
            <p:extLst>
              <p:ext uri="{D42A27DB-BD31-4B8C-83A1-F6EECF244321}">
                <p14:modId xmlns:p14="http://schemas.microsoft.com/office/powerpoint/2010/main" val="1689530939"/>
              </p:ext>
            </p:extLst>
          </p:nvPr>
        </p:nvGraphicFramePr>
        <p:xfrm>
          <a:off x="6364432" y="1728336"/>
          <a:ext cx="5155122" cy="3889942"/>
        </p:xfrm>
        <a:graphic>
          <a:graphicData uri="http://schemas.openxmlformats.org/drawingml/2006/table">
            <a:tbl>
              <a:tblPr firstRow="1" bandRow="1">
                <a:tableStyleId>{5C22544A-7EE6-4342-B048-85BDC9FD1C3A}</a:tableStyleId>
              </a:tblPr>
              <a:tblGrid>
                <a:gridCol w="1403254">
                  <a:extLst>
                    <a:ext uri="{9D8B030D-6E8A-4147-A177-3AD203B41FA5}">
                      <a16:colId xmlns:a16="http://schemas.microsoft.com/office/drawing/2014/main" val="20000"/>
                    </a:ext>
                  </a:extLst>
                </a:gridCol>
                <a:gridCol w="3751868">
                  <a:extLst>
                    <a:ext uri="{9D8B030D-6E8A-4147-A177-3AD203B41FA5}">
                      <a16:colId xmlns:a16="http://schemas.microsoft.com/office/drawing/2014/main" val="20001"/>
                    </a:ext>
                  </a:extLst>
                </a:gridCol>
              </a:tblGrid>
              <a:tr h="463240">
                <a:tc>
                  <a:txBody>
                    <a:bodyPr/>
                    <a:lstStyle/>
                    <a:p>
                      <a:r>
                        <a:rPr lang="en-US" sz="1500" dirty="0"/>
                        <a:t>Password</a:t>
                      </a:r>
                    </a:p>
                  </a:txBody>
                  <a:tcPr marL="114200" marR="114200" marT="57111" marB="57111"/>
                </a:tc>
                <a:tc>
                  <a:txBody>
                    <a:bodyPr/>
                    <a:lstStyle/>
                    <a:p>
                      <a:r>
                        <a:rPr lang="en-US" sz="1500" dirty="0"/>
                        <a:t>MD5</a:t>
                      </a:r>
                      <a:r>
                        <a:rPr lang="en-US" sz="1500" baseline="0" dirty="0"/>
                        <a:t> Hash (in Hex)</a:t>
                      </a:r>
                      <a:endParaRPr lang="en-US" sz="1500" dirty="0"/>
                    </a:p>
                  </a:txBody>
                  <a:tcPr marL="114200" marR="114200" marT="57111" marB="57111"/>
                </a:tc>
                <a:extLst>
                  <a:ext uri="{0D108BD9-81ED-4DB2-BD59-A6C34878D82A}">
                    <a16:rowId xmlns:a16="http://schemas.microsoft.com/office/drawing/2014/main" val="10000"/>
                  </a:ext>
                </a:extLst>
              </a:tr>
              <a:tr h="571117">
                <a:tc>
                  <a:txBody>
                    <a:bodyPr/>
                    <a:lstStyle/>
                    <a:p>
                      <a:r>
                        <a:rPr lang="en-US" sz="1500" dirty="0" err="1"/>
                        <a:t>aaaaa</a:t>
                      </a:r>
                      <a:endParaRPr lang="en-US" sz="1500" dirty="0"/>
                    </a:p>
                  </a:txBody>
                  <a:tcPr marL="114200" marR="114200" marT="57111" marB="57111"/>
                </a:tc>
                <a:tc>
                  <a:txBody>
                    <a:bodyPr/>
                    <a:lstStyle/>
                    <a:p>
                      <a:r>
                        <a:rPr lang="en-US" sz="1500" b="0" dirty="0"/>
                        <a:t>594f803b380a41396ed63dca39503542</a:t>
                      </a:r>
                    </a:p>
                  </a:txBody>
                  <a:tcPr marL="114200" marR="114200" marT="57111" marB="57111"/>
                </a:tc>
                <a:extLst>
                  <a:ext uri="{0D108BD9-81ED-4DB2-BD59-A6C34878D82A}">
                    <a16:rowId xmlns:a16="http://schemas.microsoft.com/office/drawing/2014/main" val="10001"/>
                  </a:ext>
                </a:extLst>
              </a:tr>
              <a:tr h="571117">
                <a:tc>
                  <a:txBody>
                    <a:bodyPr/>
                    <a:lstStyle/>
                    <a:p>
                      <a:r>
                        <a:rPr lang="en-US" sz="1500" dirty="0" err="1"/>
                        <a:t>aaabb</a:t>
                      </a:r>
                      <a:r>
                        <a:rPr lang="en-US" sz="1500" dirty="0"/>
                        <a:t> </a:t>
                      </a:r>
                    </a:p>
                  </a:txBody>
                  <a:tcPr marL="114200" marR="114200" marT="57111" marB="57111"/>
                </a:tc>
                <a:tc>
                  <a:txBody>
                    <a:bodyPr/>
                    <a:lstStyle/>
                    <a:p>
                      <a:r>
                        <a:rPr lang="en-US" sz="1500" dirty="0"/>
                        <a:t>120858a7016efcfab66967b834e9153c</a:t>
                      </a:r>
                    </a:p>
                  </a:txBody>
                  <a:tcPr marL="114200" marR="114200" marT="57111" marB="57111"/>
                </a:tc>
                <a:extLst>
                  <a:ext uri="{0D108BD9-81ED-4DB2-BD59-A6C34878D82A}">
                    <a16:rowId xmlns:a16="http://schemas.microsoft.com/office/drawing/2014/main" val="10002"/>
                  </a:ext>
                </a:extLst>
              </a:tr>
              <a:tr h="571117">
                <a:tc>
                  <a:txBody>
                    <a:bodyPr/>
                    <a:lstStyle/>
                    <a:p>
                      <a:r>
                        <a:rPr lang="en-US" sz="1500" dirty="0" err="1"/>
                        <a:t>aaacc</a:t>
                      </a:r>
                      <a:endParaRPr lang="en-US" sz="1500" dirty="0"/>
                    </a:p>
                  </a:txBody>
                  <a:tcPr marL="114200" marR="114200" marT="57111" marB="57111"/>
                </a:tc>
                <a:tc>
                  <a:txBody>
                    <a:bodyPr/>
                    <a:lstStyle/>
                    <a:p>
                      <a:r>
                        <a:rPr lang="en-US" sz="1500" dirty="0"/>
                        <a:t>ee43671d755ac457cfe6e32d1894788e</a:t>
                      </a:r>
                    </a:p>
                  </a:txBody>
                  <a:tcPr marL="114200" marR="114200" marT="57111" marB="57111"/>
                </a:tc>
                <a:extLst>
                  <a:ext uri="{0D108BD9-81ED-4DB2-BD59-A6C34878D82A}">
                    <a16:rowId xmlns:a16="http://schemas.microsoft.com/office/drawing/2014/main" val="10003"/>
                  </a:ext>
                </a:extLst>
              </a:tr>
              <a:tr h="571117">
                <a:tc>
                  <a:txBody>
                    <a:bodyPr/>
                    <a:lstStyle/>
                    <a:p>
                      <a:r>
                        <a:rPr lang="en-US" sz="1500" dirty="0"/>
                        <a:t>aaa1a</a:t>
                      </a:r>
                    </a:p>
                  </a:txBody>
                  <a:tcPr marL="114200" marR="114200" marT="57111" marB="57111"/>
                </a:tc>
                <a:tc>
                  <a:txBody>
                    <a:bodyPr/>
                    <a:lstStyle/>
                    <a:p>
                      <a:r>
                        <a:rPr lang="en-US" sz="1500" dirty="0"/>
                        <a:t>5bbac29650eb36b4de16885c190a9fa3</a:t>
                      </a:r>
                    </a:p>
                  </a:txBody>
                  <a:tcPr marL="114200" marR="114200" marT="57111" marB="57111"/>
                </a:tc>
                <a:extLst>
                  <a:ext uri="{0D108BD9-81ED-4DB2-BD59-A6C34878D82A}">
                    <a16:rowId xmlns:a16="http://schemas.microsoft.com/office/drawing/2014/main" val="10004"/>
                  </a:ext>
                </a:extLst>
              </a:tr>
              <a:tr h="571117">
                <a:tc>
                  <a:txBody>
                    <a:bodyPr/>
                    <a:lstStyle/>
                    <a:p>
                      <a:r>
                        <a:rPr lang="en-US" sz="1500" dirty="0"/>
                        <a:t>aaa2a</a:t>
                      </a:r>
                    </a:p>
                  </a:txBody>
                  <a:tcPr marL="114200" marR="114200" marT="57111" marB="57111"/>
                </a:tc>
                <a:tc>
                  <a:txBody>
                    <a:bodyPr/>
                    <a:lstStyle/>
                    <a:p>
                      <a:r>
                        <a:rPr lang="en-US" sz="1500" b="0" dirty="0"/>
                        <a:t>597f0ce6d11567cc691b3f5df35594cb</a:t>
                      </a:r>
                    </a:p>
                  </a:txBody>
                  <a:tcPr marL="114200" marR="114200" marT="57111" marB="57111"/>
                </a:tc>
                <a:extLst>
                  <a:ext uri="{0D108BD9-81ED-4DB2-BD59-A6C34878D82A}">
                    <a16:rowId xmlns:a16="http://schemas.microsoft.com/office/drawing/2014/main" val="10005"/>
                  </a:ext>
                </a:extLst>
              </a:tr>
              <a:tr h="571117">
                <a:tc>
                  <a:txBody>
                    <a:bodyPr/>
                    <a:lstStyle/>
                    <a:p>
                      <a:r>
                        <a:rPr lang="en-US" sz="1500" dirty="0"/>
                        <a:t>aaa4a</a:t>
                      </a:r>
                    </a:p>
                  </a:txBody>
                  <a:tcPr marL="114200" marR="114200" marT="57111" marB="57111"/>
                </a:tc>
                <a:tc>
                  <a:txBody>
                    <a:bodyPr/>
                    <a:lstStyle/>
                    <a:p>
                      <a:r>
                        <a:rPr lang="en-US" sz="1500" dirty="0"/>
                        <a:t>4305dc076b3ba2bf8d55524cddf5a72d</a:t>
                      </a:r>
                    </a:p>
                  </a:txBody>
                  <a:tcPr marL="114200" marR="114200" marT="57111" marB="57111"/>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Content Placeholder 1">
            <a:extLst>
              <a:ext uri="{FF2B5EF4-FFF2-40B4-BE49-F238E27FC236}">
                <a16:creationId xmlns:a16="http://schemas.microsoft.com/office/drawing/2014/main" id="{60FF7AB0-C862-457D-8A99-FC2A80BD12CF}"/>
              </a:ext>
            </a:extLst>
          </p:cNvPr>
          <p:cNvSpPr>
            <a:spLocks noGrp="1"/>
          </p:cNvSpPr>
          <p:nvPr>
            <p:ph idx="1"/>
          </p:nvPr>
        </p:nvSpPr>
        <p:spPr/>
        <p:txBody>
          <a:bodyPr/>
          <a:lstStyle/>
          <a:p>
            <a:r>
              <a:rPr lang="en-US" altLang="en-US" dirty="0"/>
              <a:t>The ancient Chinese wrapped notes in wax and swallowed them for transport.</a:t>
            </a:r>
          </a:p>
          <a:p>
            <a:r>
              <a:rPr lang="en-US" altLang="en-US" dirty="0"/>
              <a:t>In ancient Greece, a messenger’s head might be shaved, a message written on his head, then his hair was allowed to grow back.</a:t>
            </a:r>
          </a:p>
          <a:p>
            <a:r>
              <a:rPr lang="en-US" altLang="en-US" dirty="0"/>
              <a:t>In 1518 Johannes </a:t>
            </a:r>
            <a:r>
              <a:rPr lang="en-US" altLang="en-US" dirty="0" err="1"/>
              <a:t>Trithmeus</a:t>
            </a:r>
            <a:r>
              <a:rPr lang="en-US" altLang="en-US" dirty="0"/>
              <a:t> wrote a book on cryptography and described a technique where a message was hidden by having each letter taken as a word from a specific column.</a:t>
            </a:r>
          </a:p>
        </p:txBody>
      </p:sp>
      <p:sp>
        <p:nvSpPr>
          <p:cNvPr id="66563" name="Title 2">
            <a:extLst>
              <a:ext uri="{FF2B5EF4-FFF2-40B4-BE49-F238E27FC236}">
                <a16:creationId xmlns:a16="http://schemas.microsoft.com/office/drawing/2014/main" id="{AD43936A-A7E2-4D3D-8AE2-1F2EE3436F71}"/>
              </a:ext>
            </a:extLst>
          </p:cNvPr>
          <p:cNvSpPr>
            <a:spLocks noGrp="1"/>
          </p:cNvSpPr>
          <p:nvPr>
            <p:ph type="title"/>
          </p:nvPr>
        </p:nvSpPr>
        <p:spPr/>
        <p:txBody>
          <a:bodyPr/>
          <a:lstStyle/>
          <a:p>
            <a:r>
              <a:rPr lang="en-US" altLang="en-US"/>
              <a:t>Historical Steganography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1">
            <a:extLst>
              <a:ext uri="{FF2B5EF4-FFF2-40B4-BE49-F238E27FC236}">
                <a16:creationId xmlns:a16="http://schemas.microsoft.com/office/drawing/2014/main" id="{E59DA111-17A1-497D-BF9F-5BD283B0C4E1}"/>
              </a:ext>
            </a:extLst>
          </p:cNvPr>
          <p:cNvSpPr>
            <a:spLocks noGrp="1"/>
          </p:cNvSpPr>
          <p:nvPr>
            <p:ph idx="1"/>
          </p:nvPr>
        </p:nvSpPr>
        <p:spPr/>
        <p:txBody>
          <a:bodyPr/>
          <a:lstStyle/>
          <a:p>
            <a:r>
              <a:rPr lang="en-US" altLang="en-US"/>
              <a:t>During WW II the French Resistance sent messages written on the backs of couriers using invisible ink</a:t>
            </a:r>
          </a:p>
          <a:p>
            <a:r>
              <a:rPr lang="en-US" altLang="en-US"/>
              <a:t>Microdots are images/undeveloped film the size of a typewriter period, embedded on an innocuous documents. These were said to be used by spy's during the Cold War.</a:t>
            </a:r>
          </a:p>
        </p:txBody>
      </p:sp>
      <p:sp>
        <p:nvSpPr>
          <p:cNvPr id="67587" name="Title 2">
            <a:extLst>
              <a:ext uri="{FF2B5EF4-FFF2-40B4-BE49-F238E27FC236}">
                <a16:creationId xmlns:a16="http://schemas.microsoft.com/office/drawing/2014/main" id="{29920B21-A6C7-486F-8B81-A289139CF3AA}"/>
              </a:ext>
            </a:extLst>
          </p:cNvPr>
          <p:cNvSpPr>
            <a:spLocks noGrp="1"/>
          </p:cNvSpPr>
          <p:nvPr>
            <p:ph type="title"/>
          </p:nvPr>
        </p:nvSpPr>
        <p:spPr/>
        <p:txBody>
          <a:bodyPr/>
          <a:lstStyle/>
          <a:p>
            <a:r>
              <a:rPr lang="en-US" altLang="en-US"/>
              <a:t>Historical Steganography - Continued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Content Placeholder 2">
            <a:extLst>
              <a:ext uri="{FF2B5EF4-FFF2-40B4-BE49-F238E27FC236}">
                <a16:creationId xmlns:a16="http://schemas.microsoft.com/office/drawing/2014/main" id="{D4072E51-A49C-4439-B5B7-E4C0B92A0946}"/>
              </a:ext>
            </a:extLst>
          </p:cNvPr>
          <p:cNvSpPr>
            <a:spLocks noGrp="1"/>
          </p:cNvSpPr>
          <p:nvPr>
            <p:ph idx="1"/>
          </p:nvPr>
        </p:nvSpPr>
        <p:spPr>
          <a:xfrm>
            <a:off x="595459" y="1322895"/>
            <a:ext cx="10179377" cy="5077905"/>
          </a:xfrm>
        </p:spPr>
        <p:txBody>
          <a:bodyPr/>
          <a:lstStyle/>
          <a:p>
            <a:r>
              <a:rPr lang="en-US" altLang="en-US" dirty="0"/>
              <a:t>Payload</a:t>
            </a:r>
            <a:r>
              <a:rPr lang="en-US" altLang="en-US" i="1" dirty="0"/>
              <a:t> </a:t>
            </a:r>
            <a:r>
              <a:rPr lang="en-US" altLang="en-US" dirty="0"/>
              <a:t>is the data to be covertly communicated.</a:t>
            </a:r>
          </a:p>
          <a:p>
            <a:r>
              <a:rPr lang="en-US" altLang="en-US" dirty="0"/>
              <a:t>The carrier is the signal, stream, or data file into which the payload is hidden. This is also sometimes called the cover object.</a:t>
            </a:r>
          </a:p>
          <a:p>
            <a:r>
              <a:rPr lang="en-US" altLang="en-US" dirty="0"/>
              <a:t>The channel is the type of medium used.</a:t>
            </a:r>
          </a:p>
          <a:p>
            <a:endParaRPr lang="en-US" altLang="en-US" dirty="0"/>
          </a:p>
        </p:txBody>
      </p:sp>
      <p:sp>
        <p:nvSpPr>
          <p:cNvPr id="68611" name="Title 1">
            <a:extLst>
              <a:ext uri="{FF2B5EF4-FFF2-40B4-BE49-F238E27FC236}">
                <a16:creationId xmlns:a16="http://schemas.microsoft.com/office/drawing/2014/main" id="{56242AA7-80F8-4011-A0F7-435E626CA8F9}"/>
              </a:ext>
            </a:extLst>
          </p:cNvPr>
          <p:cNvSpPr>
            <a:spLocks noGrp="1"/>
          </p:cNvSpPr>
          <p:nvPr>
            <p:ph type="title"/>
          </p:nvPr>
        </p:nvSpPr>
        <p:spPr/>
        <p:txBody>
          <a:bodyPr/>
          <a:lstStyle/>
          <a:p>
            <a:r>
              <a:rPr lang="en-US" altLang="en-US"/>
              <a:t>Steganography Terms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4CF62-D0FD-4013-B93F-19FC4BC1FB08}"/>
              </a:ext>
            </a:extLst>
          </p:cNvPr>
          <p:cNvSpPr>
            <a:spLocks noGrp="1"/>
          </p:cNvSpPr>
          <p:nvPr>
            <p:ph type="title"/>
          </p:nvPr>
        </p:nvSpPr>
        <p:spPr/>
        <p:txBody>
          <a:bodyPr/>
          <a:lstStyle/>
          <a:p>
            <a:r>
              <a:rPr lang="en-US" dirty="0"/>
              <a:t>Steganography Example</a:t>
            </a:r>
          </a:p>
        </p:txBody>
      </p:sp>
      <p:sp>
        <p:nvSpPr>
          <p:cNvPr id="3" name="Content Placeholder 2">
            <a:extLst>
              <a:ext uri="{FF2B5EF4-FFF2-40B4-BE49-F238E27FC236}">
                <a16:creationId xmlns:a16="http://schemas.microsoft.com/office/drawing/2014/main" id="{3EBE4EA9-3D76-44FC-B179-7AEF1F07BBFC}"/>
              </a:ext>
            </a:extLst>
          </p:cNvPr>
          <p:cNvSpPr>
            <a:spLocks noGrp="1"/>
          </p:cNvSpPr>
          <p:nvPr>
            <p:ph idx="1"/>
          </p:nvPr>
        </p:nvSpPr>
        <p:spPr>
          <a:xfrm>
            <a:off x="838200" y="1439067"/>
            <a:ext cx="10515600" cy="4737896"/>
          </a:xfrm>
        </p:spPr>
        <p:txBody>
          <a:bodyPr/>
          <a:lstStyle/>
          <a:p>
            <a:r>
              <a:rPr lang="en-US" dirty="0"/>
              <a:t>A message like “attack” can be converted into binary:</a:t>
            </a:r>
          </a:p>
          <a:p>
            <a:pPr lvl="1"/>
            <a:r>
              <a:rPr lang="en-US" dirty="0"/>
              <a:t>01100001 01110100 01110100 01100001 01100011 01101011</a:t>
            </a:r>
          </a:p>
          <a:p>
            <a:r>
              <a:rPr lang="en-US" dirty="0"/>
              <a:t>An image has pixels with Red, Green, Blue channels</a:t>
            </a:r>
          </a:p>
          <a:p>
            <a:r>
              <a:rPr lang="en-US" dirty="0"/>
              <a:t>The text can be hidden in the Least Significant Bit (LSB) of the RGB channels of the pixels.</a:t>
            </a:r>
          </a:p>
          <a:p>
            <a:r>
              <a:rPr lang="en-US" dirty="0"/>
              <a:t>The image will look the same.</a:t>
            </a:r>
          </a:p>
          <a:p>
            <a:endParaRPr lang="en-US" dirty="0"/>
          </a:p>
        </p:txBody>
      </p:sp>
      <p:sp>
        <p:nvSpPr>
          <p:cNvPr id="4" name="Slide Number Placeholder 3">
            <a:extLst>
              <a:ext uri="{FF2B5EF4-FFF2-40B4-BE49-F238E27FC236}">
                <a16:creationId xmlns:a16="http://schemas.microsoft.com/office/drawing/2014/main" id="{22B811BA-1DBF-46B3-B238-A9F566C4932A}"/>
              </a:ext>
            </a:extLst>
          </p:cNvPr>
          <p:cNvSpPr>
            <a:spLocks noGrp="1"/>
          </p:cNvSpPr>
          <p:nvPr>
            <p:ph type="sldNum" sz="quarter" idx="12"/>
          </p:nvPr>
        </p:nvSpPr>
        <p:spPr/>
        <p:txBody>
          <a:bodyPr/>
          <a:lstStyle/>
          <a:p>
            <a:fld id="{094C11E7-507F-4422-8D09-51AE60736DD4}" type="slidenum">
              <a:rPr lang="en-US" smtClean="0"/>
              <a:t>18</a:t>
            </a:fld>
            <a:endParaRPr lang="en-US"/>
          </a:p>
        </p:txBody>
      </p:sp>
      <p:pic>
        <p:nvPicPr>
          <p:cNvPr id="3074" name="Picture 2" descr="http://datagenetics.com/blog/march12012/matrix.png">
            <a:extLst>
              <a:ext uri="{FF2B5EF4-FFF2-40B4-BE49-F238E27FC236}">
                <a16:creationId xmlns:a16="http://schemas.microsoft.com/office/drawing/2014/main" id="{D5865159-9998-4260-B9CA-55F4523BE7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3001" y="3599419"/>
            <a:ext cx="6191250" cy="221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5883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78225-C835-4FC3-B297-20C7813FDE18}"/>
              </a:ext>
            </a:extLst>
          </p:cNvPr>
          <p:cNvSpPr>
            <a:spLocks noGrp="1"/>
          </p:cNvSpPr>
          <p:nvPr>
            <p:ph type="title"/>
          </p:nvPr>
        </p:nvSpPr>
        <p:spPr/>
        <p:txBody>
          <a:bodyPr/>
          <a:lstStyle/>
          <a:p>
            <a:r>
              <a:rPr lang="en-US" dirty="0" err="1"/>
              <a:t>Steganalysis</a:t>
            </a:r>
            <a:endParaRPr lang="en-US" dirty="0"/>
          </a:p>
        </p:txBody>
      </p:sp>
      <p:sp>
        <p:nvSpPr>
          <p:cNvPr id="3" name="Content Placeholder 2">
            <a:extLst>
              <a:ext uri="{FF2B5EF4-FFF2-40B4-BE49-F238E27FC236}">
                <a16:creationId xmlns:a16="http://schemas.microsoft.com/office/drawing/2014/main" id="{DA43ADDC-64EE-439E-964F-C36896121873}"/>
              </a:ext>
            </a:extLst>
          </p:cNvPr>
          <p:cNvSpPr>
            <a:spLocks noGrp="1"/>
          </p:cNvSpPr>
          <p:nvPr>
            <p:ph idx="1"/>
          </p:nvPr>
        </p:nvSpPr>
        <p:spPr/>
        <p:txBody>
          <a:bodyPr/>
          <a:lstStyle/>
          <a:p>
            <a:r>
              <a:rPr lang="en-US" dirty="0"/>
              <a:t>Steganography is not the same as encryption.</a:t>
            </a:r>
          </a:p>
          <a:p>
            <a:r>
              <a:rPr lang="en-US" dirty="0"/>
              <a:t>The security relies on obscurity of the technique and the image itself.</a:t>
            </a:r>
          </a:p>
          <a:p>
            <a:r>
              <a:rPr lang="en-US" dirty="0"/>
              <a:t>Hash values of images can leave a clue that to visually similar images are actually different.</a:t>
            </a:r>
          </a:p>
        </p:txBody>
      </p:sp>
      <p:sp>
        <p:nvSpPr>
          <p:cNvPr id="4" name="Slide Number Placeholder 3">
            <a:extLst>
              <a:ext uri="{FF2B5EF4-FFF2-40B4-BE49-F238E27FC236}">
                <a16:creationId xmlns:a16="http://schemas.microsoft.com/office/drawing/2014/main" id="{D1806955-2CB0-46D2-AFB4-F73D03CB0BA5}"/>
              </a:ext>
            </a:extLst>
          </p:cNvPr>
          <p:cNvSpPr>
            <a:spLocks noGrp="1"/>
          </p:cNvSpPr>
          <p:nvPr>
            <p:ph type="sldNum" sz="quarter" idx="12"/>
          </p:nvPr>
        </p:nvSpPr>
        <p:spPr/>
        <p:txBody>
          <a:bodyPr/>
          <a:lstStyle/>
          <a:p>
            <a:fld id="{094C11E7-507F-4422-8D09-51AE60736DD4}" type="slidenum">
              <a:rPr lang="en-US" smtClean="0"/>
              <a:t>19</a:t>
            </a:fld>
            <a:endParaRPr lang="en-US"/>
          </a:p>
        </p:txBody>
      </p:sp>
    </p:spTree>
    <p:extLst>
      <p:ext uri="{BB962C8B-B14F-4D97-AF65-F5344CB8AC3E}">
        <p14:creationId xmlns:p14="http://schemas.microsoft.com/office/powerpoint/2010/main" val="4175318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3914</TotalTime>
  <Words>1589</Words>
  <Application>Microsoft Macintosh PowerPoint</Application>
  <PresentationFormat>Widescreen</PresentationFormat>
  <Paragraphs>279</Paragraphs>
  <Slides>19</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MS PGothic</vt:lpstr>
      <vt:lpstr>Arial</vt:lpstr>
      <vt:lpstr>Arial Narrow</vt:lpstr>
      <vt:lpstr>Calibri</vt:lpstr>
      <vt:lpstr>Garamond</vt:lpstr>
      <vt:lpstr>Wingdings</vt:lpstr>
      <vt:lpstr>Office Theme</vt:lpstr>
      <vt:lpstr>Cryptography, Steganography, and Hashing</vt:lpstr>
      <vt:lpstr>Introduction</vt:lpstr>
      <vt:lpstr>Cryptography Basics</vt:lpstr>
      <vt:lpstr>History of Encryption</vt:lpstr>
      <vt:lpstr>History of Encryption (cont.)</vt:lpstr>
      <vt:lpstr>Binary Operations</vt:lpstr>
      <vt:lpstr>Binary Operations</vt:lpstr>
      <vt:lpstr>Binary Operations</vt:lpstr>
      <vt:lpstr>Binary Operations</vt:lpstr>
      <vt:lpstr>Binary Operations</vt:lpstr>
      <vt:lpstr>Cryptography Terms</vt:lpstr>
      <vt:lpstr>Hash</vt:lpstr>
      <vt:lpstr>Hash – cont.</vt:lpstr>
      <vt:lpstr>VERY Simple Illustration of Rainbow Tables</vt:lpstr>
      <vt:lpstr>Historical Steganography</vt:lpstr>
      <vt:lpstr>Historical Steganography - Continued</vt:lpstr>
      <vt:lpstr>Steganography Terms</vt:lpstr>
      <vt:lpstr>Steganography Example</vt:lpstr>
      <vt:lpstr>Steganalysis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Brian Dorn</dc:creator>
  <cp:lastModifiedBy>Derek Babb</cp:lastModifiedBy>
  <cp:revision>99</cp:revision>
  <dcterms:created xsi:type="dcterms:W3CDTF">2018-01-05T15:42:29Z</dcterms:created>
  <dcterms:modified xsi:type="dcterms:W3CDTF">2026-10-06T16:14:22Z</dcterms:modified>
</cp:coreProperties>
</file>